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CollecticeRoboticSystem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50" b="0" i="0">
                <a:solidFill>
                  <a:srgbClr val="333333"/>
                </a:solidFill>
                <a:latin typeface="Calibri"/>
              </a:rPr>
              <a:t>      -  Once fixed, membership and command already exist in base C2SIM (hasSubordinate, hasCommandRelation); the residual swarm needs are small.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mainly payload/effector/weapon typing (most task verbs already exist in LOX).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effect, WHICH ROE, and WHO authorized the order - but not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WeaponRuleOfEngagementCode - LOX), order authorization (AuthorizationHeader), desired effect (DesiredEffectCode), target (hasAffectedEntity), and the engage/attack verbs (lox#ENGAGE / lox#ATTACK).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is mostly already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rescue,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Action verbs already exist
LOX has 445 TaskActionCode verbs - ENGAGE, ATTACK, BREACH, CONSTR, CLROBS, MINLAY, TRANS, RESUPL, RESCUE, RECOVR, NTRCOM, ESCRT, RECCE, PATROL. Not a missing-verb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real gap: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Also 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authorization,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Small residuals: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a task/report subject (N1 / Q-M); an area-coverage exploration goal (G2); a general tow/salvage; a decoy role.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the typed payload / effector / weapon - the verbs are already in LOX.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area-coverage/exploration goal (G2, search verbs exist); denied-comms + relay (G1); decoy role (G8, deception verbs exist);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(NeutralSide affiliation individual + smx#ANT hostility value). Counter-UAS, human-machine teaming, and SAR were all extracted in the later validation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Validation: the gaps are now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sourced missions closed the document 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Now grounded by a real mission: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explainability (Agrawal DroneResponse), CBRN (UGV-CBRN), EW (UAV emitter geolocation), persistence (MDARS) - all previously asserted-but-untested.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Prior art, not invention (Q-Q):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flagged as missing already existed in C2SIM's BML lineage - WhoMeasuredType {value, unit, phenomenon, sensor, time, place}. Re-adopt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Concrete schemas: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explanation report {event, action, reasoning, confidence} (Q-H); area map w/ per-cell value+variance (Q-M/Q-Q); on-the-loop verbs configure/suspend/ack/override (Q-K).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0" i="0">
                <a:solidFill>
                  <a:srgbClr val="666666"/>
                </a:solidFill>
                <a:latin typeface="Calibri"/>
              </a:rPr>
              <a:t>New: capability self-report (G13/Q-V) and collective-task decomposition + report aggregation (Z1), from BML MUM-T tasking.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(1/3):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Typed payload/effector/weapon (the action verbs already exist in LOX; only tow/salvage is a residual).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Area-coverage / exploration goal (explore-until-covered) - search verbs already exist.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Denied-comms operating mode + deployable comms-relay entity/behavior.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Q-V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task verbs + payload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