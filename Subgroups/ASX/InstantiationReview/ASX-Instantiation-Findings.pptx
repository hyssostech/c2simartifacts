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the CASEVAC scenario,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had no messages of any type (now walked in this review).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37760"/>
            <a:ext cx="109728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CASEVAC: walked end-to-end in this review - surfaces two gaps with no element (next slide).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Non-video sensors (CBRN, EW, GPR): walked - the media-based report model does not generalize; non-imaging sensors have no measurement type (Y1/Y5).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8 of 10 MUTT scenarios have no instantiations.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CASEVAC walk: two gaps with no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The flagship contributed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Walked end-to-end: Initialization -&gt; tasking Order -&gt; robot-to-robot route hand-off -&gt; status/threat Reports -&gt; explainable-reasons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X1  -  No robot-to-robot content
Scout cannot hand a verified safe Route to the transport UGV (envelope addressing exists; a content type does not)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40280"/>
            <a:ext cx="5257800" cy="1600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X2  -  No rationale report
Systems can report WHAT (TaskStatus) but not WHY a route changed or a mission failed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972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(Q-G):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define a robot-to-robot coordination content type (safe-route advertisement) and the issuing-authority model.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(Q-H):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add a rationale/explanation ReportContent so systems can report why, not just what.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 b="1" i="0">
                <a:solidFill>
                  <a:srgbClr val="2E7D32"/>
                </a:solidFill>
                <a:latin typeface="Calibri"/>
              </a:rPr>
              <a:t>Checked: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Route, phased planning (PlanBody/PlanPhase), and position reporting already exist - not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for the sub-group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Define 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MediaReference identity, and separate media-format from sensor-modality.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Q-G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Robot-to-robot coordination content type + issuing authority (from 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Q-H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Rationale/explanation ReportContent - report why, not just what (from CASEVAC).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300" b="1" i="0">
                <a:solidFill>
                  <a:srgbClr val="2E869A"/>
                </a:solidFill>
                <a:latin typeface="Calibri"/>
              </a:rPr>
              <a:t>Q-I  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Media-independent sensor-reading (value+unit+modality) + complete SensorType taxonomy (non-video walk).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Add the two CASEVAC content types (Q-G robot-to-robot, Q-H rationale) - both are explicit scenario requirements.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5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