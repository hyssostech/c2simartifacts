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The ASX model is an early work-in-progress (v0.0.x) and the message instances are still being put in place - instantiation is how we build those instances and surface what is still to be defined.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Where a proposed element is not yet defined enough to instantiate cleanly, that marks a concrete thing to specify next - not a defect.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Everything here is decisions and to-define items for the group;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From 4 worked messages to ~33 - this review is the bulk of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Start: 4 worked instances (2 Reports, 2 Orders, 0 Initialization) - Elizabeth's baseline. This review drafted ~29 more, to ~33 across Init / Order / Report (on the branch, pending group review).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Initialization   0 -&gt; 6   (the 3 named scenarios + CASEVAC / MCM / SubT) - was the least-developed; now seeded.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Orders   2 -&gt; 14   (CASEVAC, swarm, fire support, logistics / engineering / rescue, route clearance, MCM, explore, resupply, MUM-T).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Reports   2 -&gt; 13   (swarm, CASEVAC status / explainable, CBRN / EW / GPR, BDA, delivery, naval mine, generic detection, hazard area).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CASEVAC - the one contributed scenario - had no messages; now walked end-to-end (Init + Orders + Reports).</a:t>
            </a:r>
          </a:p>
          <a:p>
            <a:pPr lvl="1">
              <a:spcBef>
                <a:spcPts val="200"/>
              </a:spcBef>
              <a:spcAft>
                <a:spcPts val="9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      -  The breadth is the point: each new instance exercises a proposed element and surfaces what is still to define.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Scenarios analyzed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20+ scenarios walked into ~33 message instances - Init / Order /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Named + contributed - instantiated end-to-end: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the 3 named Init scenarios (UAV video, UAV patrol, swarm) + CASEVAC, the one human-authored contributed scenario - walked Init -&gt; tasking Order -&gt; robot-to-robot hand-off -&gt; status/threat + explainable Reports.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Capability stress-tests - instantiated: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non-video sensing (CBRN, EW emitter, GPR mine); swarm detect + coordinate; the task/effect axis (fire support + BDA, logistics delivery, engineering, USV rescue, route clearance).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Newly sourced from real missions, then analyzed: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Cooperative MCM (maritime), Subterranean SubT, contested sustainment - plus nine documented missions that grounded the validation holes: explainability (DroneResponse), CBRN (UGV), EW geolocation, persistence (MDARS), counter-UAS, human-machine teaming (MUM-T), SAR, formation, robotic breach.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333333"/>
                </a:solidFill>
                <a:latin typeface="Calibri"/>
              </a:rPr>
              <a:t>Screened for redundancy:</a:t>
            </a:r>
          </a:p>
          <a:p>
            <a:pPr lvl="1">
              <a:spcBef>
                <a:spcPts val="200"/>
              </a:spcBef>
              <a:spcAft>
                <a:spcPts val="7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route-clearance / companion / urban - confirmed ~80% redundant, but still yielded N1 (an area as the subject of a task/report).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OWL and the spreadsheets are at different stages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87F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87F0A"/>
                </a:solidFill>
                <a:latin typeface="Calibri"/>
              </a:rPr>
              <a:t>Where things stand: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OWL has not yet caught up to ~5 months of attribute work in the spreadsheets - expected for a v0.0.x model that is still being built.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currently described three different ways across the two tracks - to reconcile.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described three different ways - to reconcile.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attribute layer (Payload, Mobility, VehicleType, ...) is in the spreadsheets, not yet in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First to settle: three structural typing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UAV typing: Robot
tree vs SMX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Sensor: one
representation to pick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Swarm: make it
taskable (ActorEntity)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P1 and P7 are entity-typing (what a drone / a swarm IS); P2 is how a sensor is represented. All three are structural choices not yet settled - so Initialization, not Reports, is where the model gets exercised and pinned down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Entity-typing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43484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Two parallel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1" i="0">
                <a:solidFill>
                  <a:srgbClr val="C87F0A"/>
                </a:solidFill>
                <a:latin typeface="Calibri"/>
              </a:rPr>
              <a:t>Now live in v0.0.3: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v0.0.3 declares both - UAV/UGV under Robot AND UnmannedAerial/Ground/Maritime/UnderwaterVehicle under SMX Vehicle - so this choice is now in the model to settle.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is not yet taskable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Entity-typing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CollecticeRoboticSystem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87F0A"/>
                </a:solidFill>
                <a:latin typeface="Calibri"/>
              </a:rPr>
              <a:t>not yet taskable (under PhysicalEntity)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A swarm is what orders are addressed to and what sends reports - so it needs to be an ActorEntity.</a:t>
            </a:r>
          </a:p>
          <a:p>
            <a:pPr lvl="1">
              <a:spcBef>
                <a:spcPts val="200"/>
              </a:spcBef>
              <a:spcAft>
                <a:spcPts val="5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      -  Membership and command already exist in the base standard (C2SIM hasSubordinate, SMX hasCommandRelation), so the residual swarm work is small. (v0.0.3 dropped the Swarm class; CollecticeRoboticSystem is still under PhysicalEntity.)</a:t>
            </a:r>
          </a:p>
          <a:p>
            <a:pPr>
              <a:spcBef>
                <a:spcPts val="200"/>
              </a:spcBef>
              <a:spcAft>
                <a:spcPts val="5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derive the collective/Swarm from CollectiveEntity (already an ActorEntity) rather than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OWL is still catching up to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v0.0.x - expected at this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Autonomy - 3 vocabularies to reconcile: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Sensor - 3 models to reconcile: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Not yet in the OWL: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(v0.0.1 had 0 datatype properties; v0.0.3 begins the layer, for the Video Detection Report only.)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Open items in the current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small things to tidy as the model firms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M1: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actorReference is a string, but it needs to define an entity not yet in the database - an inline entity-definition mechanism for observed entities is still to be added.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M5: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MediaTypeCode mixes media format (Video/Audio/Image/Document) with sensor modality (a note asks it to also cover 'thermal scan') - worth separating.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M7: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in an Order sheet hasStartTime is typed UUIDBase while hasEndTime is TimeInstant - looks like a copy/paste slip.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Typos: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class 'CollecticeRoboticSystem' (should be 'CollectiveRoboticSystem') and versionInfo 'Extrension' - both still in v0.0.3; easiest to fix before messages are built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Coverage: what is still to instantiate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Task/effect scenarios: engagement, delivery, manipulation, rescue walked - the gap is mainly payload/effector/weapon typing (most task verbs already exist in LOX).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Redundancy pass (route-clearance, companion, urban): confirmed - plus one new finding, N1 (an area cannot be the subject of a task/report).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450" b="0" i="0">
                <a:solidFill>
                  <a:srgbClr val="333333"/>
                </a:solidFill>
                <a:latin typeface="Calibri"/>
              </a:rPr>
              <a:t>Sourced scenarios (subterranean, maritime MCM, sustainment): integrated from the scenario-sourcing session - corroborate P1/X1/N2/Y and add G1-G10 (incl. a generic Detection Report).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Fire Support: autonomous engagement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task/effect 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744200" cy="146304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W1  -  No link between autonomy level and permission to engage
The standard can say WHAT effect and WHICH ROE - but not WHO (which commander) authorized the engagement, nor whether a FullAuto system may take a lethal action without a human in / on the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Checked - already exist (not gaps):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rules of engagement (RuleOfEngagement, WeaponRuleOfEngagementCode - LOX), desired effect (DesiredEffectCode), target (hasAffectedEntity), and the engage/attack verbs (lox#ENGAGE / lox#ATTACK).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Note: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AuthorizationHeader is message-sender authentication, not command authorization of fires - so who-approved-the-engagement is part of W1, not covered.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Also gaps: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W2 weapon/munition not typed; W3 no battle-damage / effect-achieved report (TaskStatus = the task ran, not the target destroyed).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Decision (Q-K):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model engagement authority as a function of autonomy level - may this system take this action unsupervised?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task/effect axis is mostly already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Across engagement, delivery, manipulation, rescue,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57800" cy="16002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Action verbs already exist
LOX has 446 TaskActionCode verbs - ENGAGE, ATTACK, BREACH, CONSTR, CLROBS, MINLAY, TRANS, RESUPL, RESCUE, RECOVR, NTRCOM, ESCRT, RECCE, PATROL. Not a missing-verb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57800" cy="16002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 real gap: payload / effector / weapon typing
Cargo (L1), manipulator (E2), weapon (W2) are one gap: no typed thing carried or wielded.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Also already there (checked):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effects (DesiredEffectCode), targets (hasAffectedEntity), resources + quantities, ROE, platform types (Vehicle / Aircraft / SurfaceVessel).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Small residuals: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an area cannot be a task/report subject (N1 / Q-M); an area-coverage exploration goal (G2); a general tow/salvage; a decoy role.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(Q-L):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the typed payload / effector / weapon - the verbs are already in LOX.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Integrated from the scenario-sourcing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SubT (subterranean) + Cooperative MCM (maritime) + Sustainment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Corroborated (fresh domains):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platform typing P1, robot-to-robot X1 (-&gt; cross-cueing), persistent tasking N2, and the sensor-report problem Y1.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Best contribution (G4):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subsumes Video/CBRN/EW/GPR/naval-mine and resolves the whole Y-series.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New gaps: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area-coverage/exploration goal (G2, search verbs exist); denied-comms mode + relay entity (G1, the relay verb COMREL exists); decoy role (G8, deception verbs exist); maritime cross-cue with a shared track (G3); environment conditions (G11); formation geometry (G12).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Neutral-actor framing is mostly covered (smx#NEUTRL hostility value; an untyped NeutralSide individual also exists). Counter-UAS, human-machine teaming, and SAR were all extracted in the later validation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Validation: the gaps are now evidenced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Nine sourced missions closed the document holes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7D32"/>
                </a:solidFill>
                <a:latin typeface="Calibri"/>
              </a:rPr>
              <a:t>Now grounded by a real mission: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explainability (Agrawal DroneResponse), CBRN (UGV-CBRN), EW (UAV emitter geolocation), persistence (MDARS) - all previously asserted-but-untested.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2E869A"/>
                </a:solidFill>
                <a:latin typeface="Calibri"/>
              </a:rPr>
              <a:t>Prior art, not invention (Q-Q):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the measurement report flagged as missing already existed in C2SIM's BML lineage - WhoMeasuredType {value, unit, phenomenon, sensor, time, place}. Re-adopt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1" i="0">
                <a:solidFill>
                  <a:srgbClr val="C87F0A"/>
                </a:solidFill>
                <a:latin typeface="Calibri"/>
              </a:rPr>
              <a:t>Concrete schemas:  </a:t>
            </a:r>
            <a:r>
              <a:rPr sz="1450" b="0" i="0">
                <a:solidFill>
                  <a:srgbClr val="333333"/>
                </a:solidFill>
                <a:latin typeface="Calibri"/>
              </a:rPr>
              <a:t>explanation report {event, action, reasoning, confidence} (Q-H); area map w/ per-cell value+variance (Q-M/Q-Q); on-the-loop verbs configure/suspend/ack/override (Q-K).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50" b="0" i="0">
                <a:solidFill>
                  <a:srgbClr val="666666"/>
                </a:solidFill>
                <a:latin typeface="Calibri"/>
              </a:rPr>
              <a:t>New: capability self-report (G13/Q-V) and collective-task decomposition + report aggregation (Z1), from BML MUM-T tasking.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OWL is now (v0.0.3)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Michael's update - the model is moving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7D32"/>
                </a:solidFill>
                <a:latin typeface="Calibri"/>
              </a:rPr>
              <a:t>Started (good):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v0.0.3 begins the attribute layer (first datatype properties - v0.0.1 had none; plus further object properties) and folds the Video Detection Report into the OWL (MediaReference, MediaTypeCode, SensorObservation, VideoDetectionReportContent) + an AutonomyLevelCode model.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C87F0A"/>
                </a:solidFill>
                <a:latin typeface="Calibri"/>
              </a:rPr>
              <a:t>Brings a decision to a head: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P1 is now in the model, not yet settled - v0.0.3 declares both UAV/UGV (under Robot) and UnmannedAerial/Ground/Maritime/UnderwaterVehicle (under SMX Vehicle), so the group still picks one; the maritime ones sit under Vehicle rather than SurfaceVessel/SubsurfaceVessel.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Still to define: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the broader attribute set, a taskable collective (Swarm was removed; CollecticeRoboticSystem still non-actor), the generic Detection Report, and the rationale / robot-to-robot / area content - plus the two typos.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(1/3): model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Full register - all 22, with what each resolves: log 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728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800"/>
              </a:spcAft>
            </a:pPr>
            <a:r>
              <a:rPr sz="18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(2/3): new content types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continued - full text + grounding in log 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MediaReference identity;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Robot-to-robot coordination content type + issuing authority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Rationale/explanation ReportContent - report why, not just what (CASEVAC).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Media-independent sensor-reading (value+unit+modality) + full SensorType taxonomy.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Q-J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Swarm residuals: network params, leader role, aggregation, member lifecycle.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Q-K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Engagement authority as a function of autonomy level (Fire Support).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Q-L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Typed payload/effector/weapon (the action verbs already exist in LOX; only tow/salvage is a residual).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50" b="1" i="0">
                <a:solidFill>
                  <a:srgbClr val="2E869A"/>
                </a:solidFill>
                <a:latin typeface="Calibri"/>
              </a:rPr>
              <a:t>Q-M  </a:t>
            </a:r>
            <a:r>
              <a:rPr sz="1350" b="0" i="0">
                <a:solidFill>
                  <a:srgbClr val="333333"/>
                </a:solidFill>
                <a:latin typeface="Calibri"/>
              </a:rPr>
              <a:t>Let an area be the subject of a task/report (hasAffectedArea + area-state).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(3/3): from the sourced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continued - full text + grounding in log section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Q-N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Area-coverage / exploration goal (explore-until-covered) - search verbs already exist.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Q-O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Denied-comms operating mode + deployable relay entity (the relay verb lox#COMREL already exists).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Q-P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Cross-cueing: system-to-system tasking + shared classified track/contact (extends Q-G).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Q-Q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One generic Detection Report (confidence + error-bound + false-positive) - resolves the Y-series (extends Q-I).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Q-R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Platform locomotion/role subtypes: wheeled/tracked/legged UGV; detector/neutralizer USV (extends Q-A).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Q-S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Decoy/deception behavior + threat-aware order annotations.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Q-T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Operating-environment condition attributes (GPS-denied, illumination, sea-state, terrain).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Q-U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Formation / relative-geometry construct (orbit, convoy spacing) beyond single RelativeLocation.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Q-V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Capability self-report (robot declares mounted equipment; assign by capability) - BML WhoHoldingType.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Proposed refinements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Pending group buy-in - nothing applied to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Safe corrections (unambiguous):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class typo CollecticeRoboticSystem -&gt; CollectiveRoboticSystem (O1); versionInfo Extrension -&gt; Extension (O2); file CSIM_ASX -&gt; C2SIM_ASX (O3); hasStartTime UUIDBase -&gt; TimeInstant (M7); unify namespace label ASX / C2SIM_ASX (M8).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C87F0A"/>
                </a:solidFill>
                <a:latin typeface="Calibri"/>
              </a:rPr>
              <a:t>Structural (decide first):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UAV/robot typing (Q-A); Swarm -&gt; CollectiveEntity so it is taskable (Q-B); one sensor model (Q-C); one autonomy vocabulary (Q-D).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New content (design):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inline entity def (Q-E), MediaReference (Q-F), robot-to-robot + cross-cue (Q-G/Q-P), rationale report (Q-H), generic detection report (Q-I/Q-Q), swarm residuals (Q-J), engagement authority (Q-K), payload/effector/weapon typing (Q-L), area subject (Q-M), explore order (Q-N), denied-comms/relay (Q-O), locomotion subtypes (Q-R), decoy/threat-aware (Q-S), environment conditions (Q-T), formation geometry (Q-U).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Nothing here is applied to the model - all items are proposals for group buy-in.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to dig deeper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Branch asx-diffable-spreadsheets: docs in ASX/InstantiationReview, workbooks in ASX/Proposed Extension Working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Master evidence log: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Issues-And-Comments-Log.md - every finding, the 22 decisions (sec 7), v0.0.3 reconciliation (sec 9), why gaps remain (sec 8).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Briefing / Q&amp;A / talk track: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Group-Briefing.md (one page); Anticipated-QA.md; Presenter-Notes.md.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Coverage + the actual messages: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Message-Instantiation-Coverage.md; the three 'ASX Sample *.xml' workbooks (the ~33 instantiations, diff-able).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Initialization &amp; entity typing (P1/P2/P7):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Initialization-Walk.md; log sec 5.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CASEVAC (X1/X2 -&gt; Q-G/Q-H):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CASEVAC-Walk.md; log sec 6b.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Sensors &amp; swarm (Y / Z series):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NonVideoSensors-Walk.md; Swarm-Walk.md; log sec 6c / 6d.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Task / effect &amp; engagement (W / L, Q-K/Q-L):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FireSupport-Walk.md; TaskEffect-Batch-Walk.md; log sec 6e / 6f.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Sourced &amp; validation missions: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SourcedScenarios-Walk.md; ValidationEvidence-Walk.md; Documents-Found.md; log sec 6h / 6j.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50" b="1" i="0">
                <a:solidFill>
                  <a:srgbClr val="1F3A5F"/>
                </a:solidFill>
                <a:latin typeface="Calibri"/>
              </a:rPr>
              <a:t>Redundancy screen (N1):  </a:t>
            </a:r>
            <a:r>
              <a:rPr sz="1250" b="0" i="0">
                <a:solidFill>
                  <a:srgbClr val="333333"/>
                </a:solidFill>
                <a:latin typeface="Calibri"/>
              </a:rPr>
              <a:t>RedundancyPass-Walk.md; log sec 6g.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