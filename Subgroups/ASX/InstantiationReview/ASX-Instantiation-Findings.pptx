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is: for each scenario, we tried to write the actual messages it needs, using C2SIM plus the proposed ASX elements. Where a message would not build cleanly, that is a concrete item to define. The review builds on the proposed extension and Elizabeth's sample-message work; everything in it is a proposal - nothing has been applied to the model or the workbooks.</a:t>
            </a:r>
          </a:p>
          <a:p>
            <a:r>
              <a:t>Time plan for a 30-minute slot: opening (slides 1-2) ~3 min; how it was produced + deliverables (3-4) ~4 min; where the instantiation stands (5-6) ~4 min; model state + the structural block (7-11) ~7 min; findings by theme (12-15) ~6 min; the decision register (16-19) ~4 min; close (20) ~1 min. Slides 21-23 are the reading guide - point at them, do not present them.</a:t>
            </a:r>
          </a:p>
          <a:p>
            <a:r>
              <a:t>If the slot is 20 minutes: slides 1-2, 4, 7-11, the decisions grouping (16), and next steps (20); everything else is handout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one-slide version of the talk. If discussion takes over later, this slide plus the decision register (slides 16-18) is the minimum to land.</a:t>
            </a:r>
          </a:p>
          <a:p>
            <a:r>
              <a:t>Grounding for the numbers: the counts are the coverage rows in log sec 6 (C1-C9). The re-adopt items were verified against the RDF, not recalled: WhoMeasuredType is in C2SIM's BML lineage; LOX carries 446 TaskActionCode verbs; ROE, routes, resources, and a neutral hostility value (smx#NEUTRL) exist in the base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budget: slides 3-4, about 4 minutes.</a:t>
            </a:r>
          </a:p>
          <a:p>
            <a:r>
              <a:t>The method in one sentence (the dedicated method slide was dropped as familiar ground): write the messages each scenario actually needs; where an element is not yet defined enough to instantiate cleanly, that marks a concrete thing to specify next - not a defect. Scope note: the sample-message workbooks were converted to a diff-able .xml format so instantiations can be reviewed in git; the original .xlsx are untouched.</a:t>
            </a:r>
          </a:p>
          <a:p>
            <a:r>
              <a:t>Three coordinated sessions plus an independent check: document mining hunts primary mission documents; scenario extraction distills each into a standardized record with the locked v2.2 prompt; ontology application walks each scenario into concrete messages against the proposed elements. The verification pass then re-checked every RDF-grounded claim, the workbook fidelity, and the citations, with corrections logged (issues log change log, 2026-07-12).</a:t>
            </a:r>
          </a:p>
          <a:p>
            <a:r>
              <a:t>The stages iterate: the walk writes the sourcing brief (Documents-Needed), mining answers it (Documents-Found), extraction feeds the walk. Nothing rests on an LLM's memory - every claim is grounded in the RDF, the workbooks, or a named source, and was independently re-verified.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deliverables: ~34 new message instantiations in diff-able workbooks; a 15-record sourced scenario corpus; a findings log distilled into 24 decisions; a finding-by-finding reconciliation with v0.0.3; and the prior-art discoveries (BML WhoMeasuredType first among them). All proposal-only.</a:t>
            </a:r>
          </a:p>
          <a:p>
            <a:r>
              <a:t>This slide frames the rest of the talk: each later section shows where one of these deliverables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budget: slides 5-6, about 4 minutes.</a:t>
            </a:r>
          </a:p>
          <a:p>
            <a:r>
              <a:t>The baseline was 4 worked instances (2 Reports, 2 Orders, 0 Initialization) - Elizabeth's sample-message workbooks. This review drafted ~34 more, to ~38: Initialization 0 -&gt; 7, Orders 2 -&gt; 17, Reports 2 -&gt; 14. The breadth - not any single message - is what surfaced the to-define items.</a:t>
            </a:r>
          </a:p>
          <a:p>
            <a:r>
              <a:t>CASEVAC, the one contributed (human-authored) scenario, had no messages; it is now walked end to end: Init -&gt; tasking Order -&gt; robot-to-robot hand-off -&gt; status / threat / explainable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groups: named + contributed scenarios instantiated end to end; capability stress-tests (non-video sensors, swarm, task/effect); missions sourced from real documents by the parallel sourcing effort (Cooperative MCM, SubT, sustainment, plus nine documented missions that closed the validation holes); and a redundancy screen that still yielded one new finding (N1).</a:t>
            </a:r>
          </a:p>
          <a:p>
            <a:r>
              <a:t>The pedigree line matters: every gap the findings slides raise is grounded in a documented mission - the 15 sourced extraction records - and the validation pass turned the asserted-but-untested holes (explainability via DroneResponse, CBRN, EW geolocation, persistence via MDARS) into evidenced ones.</a:t>
            </a:r>
          </a:p>
          <a:p>
            <a:r>
              <a:t>Provenance, stated precisely: the MUTT-derived scenarios are LLM-generated; CASEVAC is human-authored; the sourced missions come from real papers - two carry fidelity caveats (EW and the robotic breach), noted in their extraction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budget: slides 7-11, about 7 minutes - the core of the talk.</a:t>
            </a:r>
          </a:p>
          <a:p>
            <a:r>
              <a:t>The outlook in one line: the OWL (v0.0.1, January) and the spreadsheets (June) evolved separately, so several findings look like drift rather than gaps; v0.0.3 (July) shows the model moving - first datatype properties (v0.0.1 had none), the Video Detection Report folded into the OWL, an AutonomyLevelCode model - and brings P1 concretely into the model by declaring both typing trees.</a:t>
            </a:r>
          </a:p>
          <a:p>
            <a:r>
              <a:t>The catch-up list is short and known: the attribute layer, one autonomy vocabulary (three today), one sensor model (three today - that is P2, next section), and two wiring items (the hasAutonomousRoleCode range, the circular owl:imports). Everything else v0.0.3 still lacks - taskable collective, generic Detection Report, rationale / robot-to-robot / area content, the two typos - appears on its own slide later. Full finding-by-finding reconciliation: log sec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foundational decisions, all entity-typing: P1 - a UAV/UGV is typed two incompatible ways (ASX Robot tree vs SMX Platform tree); P2 - a sensor has no agreed representation (class vs enum vs equipment); P7 - a swarm is not yet taskable as modeled.</a:t>
            </a:r>
          </a:p>
          <a:p>
            <a:r>
              <a:t>The point to land: because all three are typing decisions, Initialization - not Reports - is where the model has to be settled first. The next three slides take P1, P2, and P7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proposed Robot class tree runs parallel to the existing SMX Platform tree, both under ActorEntity - two incompatible types for the same real drone. Type it as Robot and it loses the Platform machinery; type it as Aircraft or Vehicle and the ASX classes go unused.</a:t>
            </a:r>
          </a:p>
          <a:p>
            <a:r>
              <a:t>v0.0.3 declares both trees, so the choice is now concretely in the model to settle (note: its maritime classes sit under Vehicle rather than SurfaceVessel/SubsurfaceVessel). Decision Q-A proposes autonomy as a role/facet on the existing Platform subtree.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sensor has no agreed representation: an OWL Sensor class, a SensorType enum, and SensorCapability as associated equipment - three incompatible models of the same physical device (D2).</a:t>
            </a:r>
          </a:p>
          <a:p>
            <a:r>
              <a:t>Initialization is what forces the choice: an Init message must declare what a platform carries, so it has to pick one representation; the Report side only consumes sensor output (log P2). The same carried-equipment pattern returns in weapon / manipulator / cargo typing (W2/E2/L1 -&gt; Q-L) and in non-imaging sensor reports (Y1 -&gt; Q-I/Q-Q). Decision Q-C: pick one model and apply it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swarm classes derive from the device/artifact side (PhysicalEntity), but orders are addressed to - and reports come from - an ActorEntity. The fix is already in the base standard: derive the collective from CollectiveEntity. Membership and command relations already exist (C2SIM hasSubordinate, SMX hasCommandRelation), so the residual swarm work is small.</a:t>
            </a:r>
          </a:p>
          <a:p>
            <a:r>
              <a:t>Note the current state: v0.0.3 dropped the Swarm class, and CollecticeRoboticSystem (the typo is in the model - O1) is still under PhysicalEntity. Decision Q-B.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budget: slides 12-15, about 6 minutes - one beat per theme: re-adopt, missing content types, missing typing, missing authority. Each slide's Dig deeper line names the walk docs and log sections with the full detail.</a:t>
            </a:r>
          </a:p>
          <a:p>
            <a:r>
              <a:t>Open the findings block with the good news, aggregated: the measurement report flagged as missing already exists in C2SIM's own BML lineage (WhoMeasuredType); LOX already carries 446 task verbs; effects, targets, ROE, resources, routes, phased planning, and position reporting all exist; membership and command relations exist; a neutral hostility value exists (smx#NEUTRL; an untyped NeutralSide individual too); and the capability-declaration pattern exists (WhoHoldingType). All verified in the RDF, not recalled.</a:t>
            </a:r>
          </a:p>
          <a:p>
            <a:r>
              <a:t>The framing to land: the gap list is shorter than it looks - a large share of the 24 decisions is re-adopt / where-to-hang, not invent.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content-type gaps, each named by every scenario that hit it rather than by the scenario that happened to surface it first. The generic detection report carries the most evidence - five sensor modalities converge on it. The rationale report and robot-to-robot coordination each carry two independent sources (CASEVAC plus a documented mission).</a:t>
            </a:r>
          </a:p>
          <a:p>
            <a:r>
              <a:t>Also from MUM-T: collective-task decomposition and report aggregation (Z1 -&gt; Q-J). The CASEVAC end-to-end story itself is on slides 5-6 and in CASEVAC-Walk.md - here it appears as two evidence citations (X1, 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typing gaps share one pattern: the model can name the action (the verbs exist) but not the thing - what is carried or wielded (Q-L), what a hybrid platform-munition is (Q-X), what subtype of platform (Q-R), or an area as the object of tasking (Q-M). Environment and formation attributes (Q-T/Q-U) round it out.</a:t>
            </a:r>
          </a:p>
          <a:p>
            <a:r>
              <a:t>This slide is the counterpart of the re-adopt slide: the verbs and order machinery exist; the typed nouns do not. The validation pass also supplied a concrete schema here: an area map with per-cell value + variance (Q-M/Q-Q).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authority block: W1 is the safety-critical gap - the standard cannot express who authorized an engagement, or whether a FullAuto system may act unsupervised. AuthorizationHeader was checked: it is message-sender authentication, not command authorization of fires - so who-approved-the-engagement is part of the gap, not covered.</a:t>
            </a:r>
          </a:p>
          <a:p>
            <a:r>
              <a:t>The answer came from doctrine, not invention: the SME drone-warfare thread's LIRC scenario supplies a weapons-control status (hold/tight/free) plus the kill box - an authorization-bearing area gated by geography, a time window, a civilian-clearance state, and permitted target types (G14 -&gt; Q-W). It unifies engagement authority (Q-K) with area-as-subject (Q-M).</a:t>
            </a:r>
          </a:p>
          <a:p>
            <a:r>
              <a:t>Around it: on-the-loop supervision verbs (configure / suspend / acknowledge / override), the denied-comms operating mode + relay entity, and the decoy / threat-aware annotations.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budget: slides 16-19, about 4 minutes; the decision slides are presented as a grouping, not read row by row.</a:t>
            </a:r>
          </a:p>
          <a:p>
            <a:r>
              <a:t>The ask, part 1 - structure: Q-A UAV/robot typing, Q-B a taskable swarm, Q-C one sensor model, Q-D one autonomy vocabulary. These four settle the shape of the model and unblock Initialization.</a:t>
            </a:r>
          </a:p>
          <a:p>
            <a:r>
              <a:t>The full text of all 24 decisions, each with what it resolves, is log sec 7 - present the grouping and point at the log rather than reading the register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2 - new content types, mostly report and order payloads: inline entity definition, media identity, robot-to-robot coordination, rationale reports, media-independent sensor readings, swarm residuals, engagement authority, payload/effector/weapon typing, area as subject.</a:t>
            </a:r>
          </a:p>
          <a:p>
            <a:r>
              <a:t>Each of these traces back to a walk finding on an earlier slide - the CASEVAC pair (Q-G, Q-H) and the sensor pair (Q-I with Q-Q) carry the most scenario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3 - decisions raised by the sourced scenarios: exploration goals, denied-comms relay, cross-cueing, the generic detection report, locomotion subtypes, decoy/deception, environment conditions, formation geometry, capability self-report, plus the SME drone-warfare thread - Q-W (weapons-control/kill-box engagement authority, the headline answer to W1) and Q-X (loitering-munition/counter-UAS typing).</a:t>
            </a:r>
          </a:p>
          <a:p>
            <a:r>
              <a:t>Several of these re-adopt existing vocabulary (search verbs, lox#COMREL, BML WhoHoldingType) rather than invent - the decision is where to hang the structure, not whether the words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budget: slides 19-20, about 1 minute - the close.</a:t>
            </a:r>
          </a:p>
          <a:p>
            <a:r>
              <a:t>The same decisions, grouped by commitment level: safe corrections (typos, the UUIDBase slip) are unambiguous; structural decisions need the group; content types need design. Nothing has been applied to the model or the workbooks - all items are proposals pending buy-in.</a:t>
            </a:r>
          </a:p>
          <a:p>
            <a:r>
              <a:t>The M-series instantiation items fold in here and into the decisions: the typos and the UUIDBase slip (M7) are safe corrections; M1 and M2/M5 resolve via Q-E and Q-F. All cheapest to fix before messages are built on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recommended order: settle Q-A / Q-B first (they unblock Initialization), complete the Initialization instantiations, add the two CASEVAC content types, reconcile the two tracks and fix the typos, and optionally adopt the diff-able workbooks so message edits can be reviewed in git.</a:t>
            </a:r>
          </a:p>
          <a:p>
            <a:r>
              <a:t>Where the ball is: sourcing is essentially complete - every gap this review raised is grounded in a real mission (one nice-to-have left: a dedicated autonomous-CASEVAC mission). The remaining work - the attribute layer, the reconciliation, the 24 decisions - is modeling work; more scenarios will not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paths by time budget. The 5-minute path (Group-Briefing.md) is the default pointer for anyone who missed the meeting; the half-day path is for reviewers who want to challenge the evidence.</a:t>
            </a:r>
          </a:p>
          <a:p>
            <a:r>
              <a:t>Every ID on these slides resolves to exactly one log row - the decoder ring on the next slide maps each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ID family, what it names, and where it resolves. An unfamiliar ID in any document is a pointer, not jargon - each one lands on a definition, its evidence, and its current status.</a:t>
            </a:r>
          </a:p>
          <a:p>
            <a:r>
              <a:t>This slide plus the next one are the handout scaffolding: leave them with the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topic-to-doc map. Everything is on branch asx-diffable-spreadsheets: review docs in Subgroups/ASX/InstantiationReview, workbooks in Subgroups/ASX/Proposed Extension Working Materials. The .md files render directly on GitHub - switch branch and browse; no tooling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1">
                <a:solidFill>
                  <a:srgbClr val="666666"/>
                </a:solidFill>
                <a:latin typeface="Calibri"/>
              </a:rPr>
              <a:t>Reading this outside the meeting: every slide carries speaker notes with the talk track; the last three slides are the reading guide.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whole review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90-second version - everything after this is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1F3A5F"/>
                </a:solidFill>
                <a:latin typeface="Calibri"/>
              </a:rPr>
              <a:t>•  What was done: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walked 20+ scenarios into ~34 new worked messages (4 -&gt; ~38) using C2SIM + the proposed ASX elements, in diff-able workbooks - Initialization 0 -&gt; 7, Orders 2 -&gt; 17, Reports 2 -&gt; 14.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1F3A5F"/>
                </a:solidFill>
                <a:latin typeface="Calibri"/>
              </a:rPr>
              <a:t>•  What it surfaced: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three structural typing decisions come first - UAV/robot typing (P1), sensor representation (P2), a taskable swarm (P7) - and behind them an attribute layer still to be built (v0.0.1 had 0 datatype properties; v0.0.3 starts it).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•  The good news: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much of what is missing is re-adopt, not invent - BML WhoMeasuredType for measurements, 446 LOX task verbs, ROE / routes / resources already in the base standard.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•  The ask: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24 concrete decisions (Q-A..Q-X, log sec 7) - settle the four structural ones (Q-A..Q-D) first; they unblock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•  Status: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everything is a proposal - nothing applied to the OWL or the .xlsx; every RDF-grounded claim was independently re-verified.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Group-Briefing.md is the one-page prose version of this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How this was produced: three sessions + a verification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LLM-assisted, human-directed - each stage grounded in the artifacts, not memory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38328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  -  Document mining
Hunt primary mission documents (theses, tech reports, AARs) for missing domains + validation holes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338328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  -  Scenario extraction
A locked v2.2 prompt distills each document into a standardized scenario record (15 records)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737360"/>
            <a:ext cx="338328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3  -  Ontology application
Walk each scenario into concrete Init / Order / Report messages using the proposed ASX elements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514600"/>
            <a:ext cx="365760" cy="0"/>
          </a:xfrm>
          <a:prstGeom prst="line">
            <a:avLst/>
          </a:prstGeom>
          <a:ln w="19050">
            <a:solidFill>
              <a:srgbClr val="2E8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772400" y="2514600"/>
            <a:ext cx="365760" cy="0"/>
          </a:xfrm>
          <a:prstGeom prst="line">
            <a:avLst/>
          </a:prstGeom>
          <a:ln w="19050">
            <a:solidFill>
              <a:srgbClr val="2E8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0080" y="3611880"/>
            <a:ext cx="10881360" cy="9601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  -  Independent verification pass: every RDF-grounded claim re-checked against C2SIM / SMX / LOX and v0.0.3; workbooks re-compared cell-for-cell; citations traced; deck regenerated. Corrections logged (issues log, 2026-07-12).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 The loop iterates: the ontology walk (3) writes the sourcing brief (Documents-Needed), mining (1) answers it (Documents-Found), extraction (2) turns the finds into records, and the walk integrates them - until every raised gap is grounded in a real mission.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•  Artifacts per stage: References corpus + Documents-Needed/Found (1); PromptV2 + V2Extractions (2); the .xml workbooks, walk docs, and issues log (3).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Documents-Needed/Found.md (mining)  -  PromptV2.md + V2-HeadToHead.md (extraction)  -  the walk docs (application)  -  log change-log 2026-07-12 (verification)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What this review contributes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Five deliverables - all proposals, nothing applied to the OWL or the .xlsx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1F3A5F"/>
                </a:solidFill>
                <a:latin typeface="Calibri"/>
              </a:rPr>
              <a:t>•  1  Message instantiations: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~34 new worked messages (4 -&gt; ~38; Initialization 0 -&gt; 7) in diff-able .xml workbooks - one tab per message, with open items flagged [!]/[Q] in the Notes column, keyed to log IDs.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1F3A5F"/>
                </a:solidFill>
                <a:latin typeface="Calibri"/>
              </a:rPr>
              <a:t>•  2  Sourced scenario corpus: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15 standardized extraction records from real missions (subterranean, maritime MCM, sustainment, explainability, CBRN, EW, persistence, counter-UAS, MUM-T, SAR, formation, breach, + the SME drone-warfare thread: LIRC baseline / update / OPFOR targeting) + the source PDFs - every gap this review raised is grounded in a documented mission.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1F3A5F"/>
                </a:solidFill>
                <a:latin typeface="Calibri"/>
              </a:rPr>
              <a:t>•  3  Findings -&gt; decisions: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a consolidated issues log (severity / status / RDF-verified evidence per finding) distilled into 24 concrete decisions for the group (Q-A..Q-X).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1F3A5F"/>
                </a:solidFill>
                <a:latin typeface="Calibri"/>
              </a:rPr>
              <a:t>•  4  v0.0.3 reconciliation: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how each finding moves against Michael's update - what it adopts, what it makes concrete, what remains - plus coordination notes (two ASX files, import layering).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1F3A5F"/>
                </a:solidFill>
                <a:latin typeface="Calibri"/>
              </a:rPr>
              <a:t>•  5  Prior art to re-adopt: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the measurement report exists in C2SIM's own BML lineage (WhoMeasuredType); ROE, routes, resources, membership/command, maritime vessels, and 446 task verbs already exist in the base standard - several decisions are re-adopt, not invent.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the full artifact map is on the final three slides ('How to use this material' / decoder ring / 'Where to dig deeper')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From 4 worked messages to ~38 - this review is the bulk of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•  Start: 4 worked instances (2 Reports, 2 Orders, 0 Initialization) - Elizabeth's baseline. This review drafted ~34 more, to ~38 across Init / Order / Report (on the branch, pending group review).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Initialization   0 -&gt; 7   (the 3 named scenarios + CASEVAC / MCM / SubT / LIRC) - was the least-developed; now seeded.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Orders   2 -&gt; 17   (CASEVAC, swarm, fire support, logistics / engineering / rescue, route clearance, MCM, explore, resupply, MUM-T, kill-box engagement, counter-UAS, OPFOR targeting).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Reports   2 -&gt; 14   (swarm, CASEVAC status / explainable, CBRN / EW / GPR, BDA, delivery, naval mine, generic detection, hazard area, LIRC strike BDA).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•  CASEVAC - the one contributed scenario - had no messages; now walked end-to-end (Init + Orders + Reports).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The breadth is the point: each new instance exercises a proposed element and surfaces what is still to define.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Message-Instantiation-Coverage.md (the pre-walk baseline)  -  log sec 6 rows C1-C9 (current state)  -  the three ASX Sample *.xml workbooks (the messages themselves)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Scenarios analyzed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20+ scenarios walked into ~38 message instances - Init / Order /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•  Named + contributed - instantiated end-to-end: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the 3 named Init scenarios (UAV video, UAV patrol, swarm) + CASEVAC, the one human-authored contributed scenario - walked Init -&gt; tasking Order -&gt; robot-to-robot hand-off -&gt; status/threat + explainable Reports.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•  Capability stress-tests - instantiated: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non-video sensing (CBRN, EW emitter, GPR mine); swarm detect + coordinate; the task/effect axis (fire support + BDA, logistics delivery, engineering, USV rescue, route clearance).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•  Newly sourced from real missions, then analyzed: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Cooperative MCM (maritime), Subterranean SubT, contested sustainment - plus nine documented missions that grounded the validation holes: explainability (DroneResponse), CBRN (UGV), EW geolocation, persistence (MDARS), counter-UAS, human-machine teaming (MUM-T), SAR, formation, robotic breach.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•  Screened for redundancy: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route-clearance / companion / urban - confirmed ~80% redundant, but still yielded N1 (an area as the subject of a task/report).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Calibri"/>
              </a:rPr>
              <a:t>•  Evidence pedigree: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every gap raised is grounded in a documented real mission - 15 sourced extraction records; the validation pass closed the asserted-but-untested holes (explainability, CBRN, EW, persistence).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one walk doc per scenario family (see final slide)  -  the 15 sourced records: LLMExperiments/PaperSummaries/V2Extractions/  -  ValidationEvidence-Walk.md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model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Two tracks, one early model - moving, with a known catch-up 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383280" cy="123444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OWL v0.0.1  (Jan 2026)
15 classes, 1 object property,
0 datatype properties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383280" cy="123444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Spreadsheets  (Feb-Jun 2026)
the attribute layer: Payload,
Mobility, VehicleType, ...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00200"/>
            <a:ext cx="3383280" cy="12344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OWL v0.0.3  (Jul 2026, Michael)
first datatype properties, Video
Detection Report, AutonomyLevelCode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365760" cy="0"/>
          </a:xfrm>
          <a:prstGeom prst="line">
            <a:avLst/>
          </a:prstGeom>
          <a:ln w="19050">
            <a:solidFill>
              <a:srgbClr val="C87F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772400" y="2194560"/>
            <a:ext cx="36576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0632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7D32"/>
                </a:solidFill>
                <a:latin typeface="Calibri"/>
              </a:rPr>
              <a:t>•  Outlook: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an early (v0.0.x) model whose two tracks evolved separately for ~5 months - expected at this stage. v0.0.3 shows the OWL moving, and puts the key typing choice (P1) concretely in the model to settle.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Catching up - attribute layer: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mission/swarm parameters are in the spreadsheets, not yet in the OWL (D3); v0.0.3 begins the layer, for the Video Detection Report only.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Catching up - one autonomy vocabulary: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three today - OWL {Automated, FullAuto, ReCont, Teleop} vs ControlMode {Piloted, Unpiloted-Autonomous, Swarm} vs NavigationAutonomy {FPV, Autonomous, RemoteControl} (D1 -&gt; Q-D).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Catching up - one sensor model: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three today - Sensor class vs SensorType enum vs SensorCapability equipment (D2 -&gt; Q-C); this is structural decision P2, next section.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666666"/>
                </a:solidFill>
                <a:latin typeface="Calibri"/>
              </a:rPr>
              <a:t>•  Wiring to settle deliberately: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AutonomyLevelCode is not yet the range of hasAutonomousRoleCode (still generic Code); the v0.0.3 branch adds owl:imports smx/lox to base C2SIM.rdf - a circular import (C2SIM &lt;-&gt; smx).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log secs 1-2 (S2, D1-D5)  -  sec 9 (v0.0.3 reconciliation, finding by finding)  -  Ontology/C2SIM_ASX-v003.rdf on branch michael_d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First to settle: three structural typing decisions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UAV typing: Robot
tree vs SMX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Sensor: one
representation to pick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Swarm: make it
taskable (ActorEntity)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•  P1 and P7 are entity-typing (what a drone / a swarm IS); P2 is how a sensor is represented. All three are structural choices not yet settled - so Initialization, not Reports, is where the model gets exercised and pinned down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Initialization-Walk.md  -  log sec 5 (P-series)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Entity-typing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43484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 Two parallel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Type it as Robot and it loses all existing SMX Platform / LOX machinery; type it as Aircraft and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Now in v0.0.3: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both trees are declared - UAV/UGV under Robot AND UnmannedAerial/Ground/Maritime/UnderwaterVehicle under SMX Vehicle - so this choice is now in the model to settle.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•  Decision (Q-A):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Initialization-Walk.md  -  log P1 (sec 5) + sec 9 (v0.0.3 makes it concrete)  -  decision Q-A (log sec 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P2  -  A sensor is modeled three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Representation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1554480"/>
            <a:ext cx="41148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the same physical sensor
(EO camera, CBRN sniffer, GPR)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3291840" cy="77724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Sensor class
(OWL)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3017520"/>
            <a:ext cx="3291840" cy="77724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SensorType enum
(Concept Mapping)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017520"/>
            <a:ext cx="3291840" cy="77724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SensorCapability as equipment
(Concept Mapping)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468880" y="2240280"/>
            <a:ext cx="2651760" cy="77724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80760" y="2240280"/>
            <a:ext cx="0" cy="77724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040880" y="2240280"/>
            <a:ext cx="2651760" cy="77724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443484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 Three incompatible representations of the same device across the two tracks (D2).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An Initialization message must declare what a platform carries - it has to pick one representation; the Report side only consumes sensor output (log P2).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Same pattern downstream: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weapon (W2), manipulator (E2), cargo (L1) hang off the same carried-equipment choice (Q-L); non-imaging sensor reports (Y1) need the sensor typed to say what measured (Q-I/Q-Q).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•  Decision (Q-C):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is a sensor a first-class entity/equipment, a class, or an attribute? Pick one model and apply it in Init, Report, and Concept Mapping.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Initialization-Walk.md + NonVideoSensors-Walk.md  -  log P2 (sec 5) + D2 (sec 2)  -  decision Q-C (log sec 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is not yet taskable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Entity-typing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CollecticeRoboticSystem (sic)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87F0A"/>
                </a:solidFill>
                <a:latin typeface="Calibri"/>
              </a:rPr>
              <a:t>not yet taskable (under PhysicalEntity)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4612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24612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24612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566160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566160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3931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 A swarm is what orders are addressed to and what sends reports - so it needs to be an ActorEntity.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Membership and command already exist in the base standard (C2SIM hasSubordinate, SMX hasCommandRelation), so the residual swarm work is small.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Now in v0.0.3: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the Swarm class was dropped; CollecticeRoboticSystem (sic) remains under PhysicalEntity - still not taskable.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•  Decision (Q-B):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derive the collective/Swarm from CollectiveEntity (already an ActorEntity) rather than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Swarm-Walk.md  -  log P7 (secs 5, 6d)  -  decision Q-B (log sec 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Already in the standard - re-adopt, not invent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Verified in the RDF - the gap list is shorter than it looks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744200" cy="12801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 headline discovery: the measurement report already exists
BML lineage WhoMeasuredType {value, unit, phenomenon, sensor, time, place} - flagged as missing, found in C2SIM's own lineage. Re-adopt, not invent (Q-Q).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7D32"/>
                </a:solidFill>
                <a:latin typeface="Calibri"/>
              </a:rPr>
              <a:t>•  Task verbs: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LOX already carries 446 TaskActionCode verbs - ENGAGE, ATTACK, BREACH, CONSTR, CLROBS, MINLAY, TRANS, RESUPL, RESCUE, RECOVR, ESCRT, RECCE, PATROL, COMREL + search verbs. Not a missing-verb problem.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7D32"/>
                </a:solidFill>
                <a:latin typeface="Calibri"/>
              </a:rPr>
              <a:t>•  Order machinery: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effects (DesiredEffectCode), targets (hasAffectedEntity), ROE (RuleOfEngagement, WeaponRuleOfEngagementCode), resources + quantities, routes + phased planning (PlanBody/PlanPhase), position reporting.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7D32"/>
                </a:solidFill>
                <a:latin typeface="Calibri"/>
              </a:rPr>
              <a:t>•  Structure: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membership + command exist (C2SIM hasSubordinate, SMX hasCommandRelation) - the swarm residual is small; platform types (Vehicle / Aircraft / SurfaceVessel); a neutral hostility value (smx#NEUTRL).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7D32"/>
                </a:solidFill>
                <a:latin typeface="Calibri"/>
              </a:rPr>
              <a:t>•  Capability declaration: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BML WhoHoldingType already covers the capability self-report pattern (Q-V).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1F3A5F"/>
                </a:solidFill>
                <a:latin typeface="Calibri"/>
              </a:rPr>
              <a:t>•  What this means: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 large share of the 24 decisions is where to hang existing vocabulary, not what to invent.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verified against the RDF, not recalled (log change log 2026-07-12)  -  the 'checked - already exist' rows across log sec 6  -  OntologyConceptCoverage.md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Missing content types - what a message cannot yet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Each gap named by every scenario that hit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744200" cy="12801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 biggest content gap: one generic Detection Report
confidence + error-bound + false-positive - needed by the video, CBRN, EW, GPR, and naval-mine walks (Y1/M3/M4/G4); one report subsumes all five (Q-I/Q-Q).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•  Rationale / explanation report: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systems report WHAT (TaskStatus) but not WHY a route changed or a mission failed - CASEVAC (X2) + the DroneResponse explainability mission; schema in hand {event, action, reasoning, change, confidence} (Q-H).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•  Robot-to-robot coordination: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no content type for one robot to hand a verified safe route to another (envelope addressing exists; the content does not) - CASEVAC (X1) + maritime cross-cue with a shared track (G3) + MUM-T; extends to system-to-system tasking (Q-G/Q-P).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•  Effect-achieved / BDA report: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TaskStatus says the task ran, not that the target was destroyed - fire support (W3) + LIRC strike BDA.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•  Capability self-report: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a robot declares its mounted equipment so tasks can be assigned by capability - MUM-T (G13 -&gt; Q-V).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•  Inline entity definition: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a report cannot introduce a newly-observed (uncooperative) entity it references (M1 -&gt; Q-E).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•  Media identity / modality split: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MediaReference identity is undecided, and MediaTypeCode mixes media format with sensor modality - a 'thermal scan' rode the NOS value (M2/M5 -&gt; Q-F).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CASEVAC-Walk.md, NonVideoSensors-Walk.md, FireSupport-Walk.md, SourcedScenarios-Walk.md, ValidationEvidence-Walk.md  -  log secs 6b/6c/6e/6h/6j  -  decisions Q-E/G/H/I/P/Q/V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Missing typing - what a platform is and carries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One pattern, several instances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744200" cy="12801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 core gap: nothing typed for what a platform carries or wields
Cargo (L1), manipulator (E2), weapon/munition (W2) are one missing piece - the typed payload / effector / weapon (Q-L). The verbs already exist in LOX.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Platform-munition hybrids: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 loitering munition / FPV is platform + munition at once; counter-UAS needs the detect-&gt;defeat chain over existing air-defense verbs + an EW-vulnerability annotation (Q-X).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Locomotion / role subtypes: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wheeled / tracked / legged UGV; detector / neutralizer USV (Q-R, extends Q-A).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Area as a subject: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an area cannot yet be the subject of a task or report (N1 -&gt; Q-M) - surfaced by the redundancy screen, needed by the hazard-area, kill-box, and area-coverage walks; plus an explore-until-covered goal (G2 -&gt; Q-N, search verbs exist).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Environment + geometry: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operating-environment conditions (GPS-denied, illumination, sea-state, terrain - G11 -&gt; Q-T); formation / relative geometry beyond a single RelativeLocation (G12 -&gt; Q-U).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666666"/>
                </a:solidFill>
                <a:latin typeface="Calibri"/>
              </a:rPr>
              <a:t>•  Small residual: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 general-purpose tow/salvage verb (TOWTGT covers gunnery targets only).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TaskEffect-Batch-Walk.md, RedundancyPass-Walk.md, SourcedScenarios-Walk.md  -  log secs 6f/6g/6h/6k  -  decisions Q-L/M/N/R/T/U/X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Missing authority semantics - who may do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safety-critical block - and doctrine already supplies the answer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744200" cy="12801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W1  -  No link between autonomy level and permission to engage
The standard can say WHAT effect and WHICH ROE - but not WHO authorized the engagement, nor whether a FullAuto system may take lethal action unsupervised (AuthorizationHeader is sender authentication, not command authorization of fires).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7D32"/>
                </a:solidFill>
                <a:latin typeface="Calibri"/>
              </a:rPr>
              <a:t>•  The doctrine-grounded answer (Q-W):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weapons-control status (hold / tight / free) + kill-box - an authorization-bearing area (geo + time window + civilian-clearance + permitted target types) gating autonomous lethal action; from the SME LIRC scenario (G14). Unifies Q-K with area-as-subject (Q-M).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On-the-loop control: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supervision verbs - configure / suspend / acknowledge / override - as engagement authority becomes a function of autonomy level (Q-K).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Denied-comms operation: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an operating mode + deployable relay entity for comms-denied autonomy - SubT + sustainment (G1 -&gt; Q-O; the relay verb lox#COMREL exists).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•  Deception: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decoy role + threat-aware order annotations - sustainment + OPFOR targeting (G8 -&gt; Q-S; deception verbs exist).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FireSupport-Walk.md + DroneWarfare-LIRC-OPFOR-Walk.md  -  log secs 6e (W1-W3) / 6k (G14)  -  decisions Q-K/O/S/W  -  Fire Support Order + LIRC Kill-Box Engagement Order tabs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(1/3):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Full register - all 24, with what each resolves: log 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•  Q-A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•  Q-B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•  Q-C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•  Q-D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(2/3): new content types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continued - full text + grounding in log 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•  Q-E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•  Q-F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MediaReference identity; separate media-format from sensor-modality.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•  Q-G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Robot-to-robot coordination content type + issuing authority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•  Q-H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Rationale/explanation ReportContent - report why, not just what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•  Q-I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Media-independent sensor-reading (value+unit+modality) + full SensorType taxonomy.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•  Q-J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Swarm residuals: network params, leader role, aggregation, member lifecycle.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•  Q-K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Engagement authority as a function of autonomy level (Fire Support).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•  Q-L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Typed payload/effector/weapon (the action verbs already exist in LOX; only tow/salvage is a residual).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•  Q-M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Let an area be the subject of a task/report (hasAffectedArea + area-state).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(3/3): from the sourced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continued - full text + grounding in log 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Q-N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Area-coverage / exploration goal (explore-until-covered) - search verbs already exist.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Q-O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Denied-comms operating mode + deployable relay entity (the relay verb lox#COMREL already exists).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Q-P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Cross-cueing: system-to-system tasking + shared classified track/contact (extends Q-G).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Q-Q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- resolves Y1/M3/M4 (extends Q-I).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Q-R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Platform locomotion/role subtypes: wheeled/tracked/legged UGV; detector/neutralizer USV (extends Q-A).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Q-S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Decoy/deception behavior + threat-aware order annotations.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Q-T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Operating-environment condition attributes (GPS-denied, illumination, sea-state, terrain).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Q-U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Formation / relative-geometry construct (orbit, convoy spacing) beyond single RelativeLocation.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Q-V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Capability self-report (robot declares mounted equipment; assign by capability) - BML WhoHoldingType.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Q-W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Weapons-control-status + kill-box authorization area gating autonomous lethal action - unifies Q-K + Q-M (the drone-warfare headline, G14).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Q-X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Loitering-munition/FPV platform-munition typing + counter-UAS (detect-&gt;defeat over existing air-defense verbs) + EW-vulnerability annotation.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Proposed refinements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Pending group buy-in - nothing applied to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•  Safe corrections (unambiguous):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class typo CollecticeRoboticSystem -&gt; CollectiveRoboticSystem (O1); versionInfo Extrension -&gt; Extension (O2); file CSIM_ASX -&gt; C2SIM_ASX (O3); hasStartTime UUIDBase -&gt; TimeInstant (M7); unify namespace label ASX / C2SIM_ASX (M8).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•  Structural (decide first):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UAV/robot typing (Q-A); Swarm -&gt; CollectiveEntity so it is taskable (Q-B); one sensor model (Q-C); one autonomy vocabulary (Q-D).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•  New content (design):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inline entity def (Q-E), MediaReference (Q-F), robot-to-robot + cross-cue (Q-G/Q-P), rationale report (Q-H), generic detection report (Q-I/Q-Q), swarm residuals (Q-J), engagement authority (Q-K), payload/effector/weapon typing (Q-L), area subject (Q-M), explore order (Q-N), denied-comms/relay (Q-O), locomotion subtypes (Q-R), decoy/threat-aware (Q-S), environment conditions (Q-T), formation geometry (Q-U), weapons-control/kill-box authority (Q-W), loitering-munition + counter-UAS typing (Q-X).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•  Nothing here is applied to the model - all items are proposals for group buy-in.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log secs 3-4 (the safe corrections)  -  sec 7 (every decision, with what it resolves)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•  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•  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•  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•  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•  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1">
                <a:solidFill>
                  <a:srgbClr val="2E869A"/>
                </a:solidFill>
                <a:latin typeface="Calibri"/>
              </a:rPr>
              <a:t>Dig deeper:  </a:t>
            </a:r>
            <a:r>
              <a:rPr sz="1000" b="0" i="1">
                <a:solidFill>
                  <a:srgbClr val="666666"/>
                </a:solidFill>
                <a:latin typeface="Calibri"/>
              </a:rPr>
              <a:t>Group-Briefing.md ('Status and next step')  -  log sec 7 for the full decision register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How to use this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Reading paths by time budget - each level builds on the previous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08760"/>
          <a:ext cx="109728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943600"/>
                <a:gridCol w="365760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Read this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You come away with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minutes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Group-Briefing.md - one page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what this is, what was found, the ~24 decisions, where the ball is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30 minutes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this deck - the speaker notes on each slide carry the talk track; the ask is the three Decisions slides, structure first (Q-A..Q-D)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the full findings picture and what the group is asked to settle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1-2 hours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the walk doc for your topic (map on the final slide), then the log section it feeds - every ID resolves to one row with severity, status, and evidence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 reviewer-grade view of one finding family, with its evidence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Half a day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Issues-And-Comments-Log.md end to end, with the three ASX Sample *.xml workbooks and Anticipated-QA.md beside it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command of the full evidence trail - every claim, message, and decision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257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200" b="1" i="0">
                <a:solidFill>
                  <a:srgbClr val="2E869A"/>
                </a:solidFill>
                <a:latin typeface="Calibri"/>
              </a:rPr>
              <a:t>•  Seeing the actual messages: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open the three ASX Sample *.xml workbooks in Excel - one tab per message, same columns as the originals; the Notes column flags open items [!] and questions [Q], keyed to log IDs.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200" b="1" i="0">
                <a:solidFill>
                  <a:srgbClr val="C87F0A"/>
                </a:solidFill>
                <a:latin typeface="Calibri"/>
              </a:rPr>
              <a:t>•  Challenging a claim: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the log's evidence column cites the exact RDF entity (C2SIM / SMX / LOX / v0.0.3) - grep it; every claim was independently re-verified (log change log, 2026-07-12).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Finding-ID decoder ring - Issues-And-Comments-Log.md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Every ID resolves to one row or section - nothing is free-floating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972800" cy="3872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303520"/>
                <a:gridCol w="3931920"/>
              </a:tblGrid>
              <a:tr h="35204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ID family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it names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Where it resolves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P1 - P7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entity-typing findings: UAV (P1), sensor (P2), swarm (P7)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log sec 5; Initialization-Walk.md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D / O / M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track alignment / OWL typos / sample-message items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log secs 2 / 3 / 4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process + repo-sync decisions (e.g. diff-able workbooks, S4)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log sec 1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C1 - C9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coverage state, scenario x message type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log sec 6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CASEVAC walk findings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log sec 6b; CASEVAC-Walk.md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Y / Z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sensor / swarm walk findings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log secs 6c / 6d; NonVideoSensors- / Swarm-Walk.md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W / L / E / R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fire support / logistics / engineering / rescue findings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log secs 6e / 6f; FireSupport- / TaskEffect-Batch-Walk.md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redundancy-pass findings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log sec 6g; RedundancyPass-Walk.md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sourced-scenario + validation + drone-warfare findings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log secs 6h-6k; SourcedScenarios- / ValidationEvidence- / DroneWarfare-LIRC-OPFOR-Walk.md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Q-A .. Q-X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the 24 decisions this review puts to the group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33333"/>
                          </a:solidFill>
                          <a:latin typeface="Calibri"/>
                        </a:rPr>
                        <a:t>log sec 7 - full text + what each resolves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5332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50" b="0" i="0">
                <a:solidFill>
                  <a:srgbClr val="1F3A5F"/>
                </a:solidFill>
                <a:latin typeface="Calibri"/>
              </a:rPr>
              <a:t>•  An unfamiliar ID in any document is a pointer, not jargon - the right column lands on its definition, evidence, and status.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to dig deeper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Branch asx-diffable-spreadsheets: docs in ASX/InstantiationReview, workbooks in ASX/Proposed Extension Working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200" b="1" i="0">
                <a:solidFill>
                  <a:srgbClr val="1F3A5F"/>
                </a:solidFill>
                <a:latin typeface="Calibri"/>
              </a:rPr>
              <a:t>•  Master evidence log: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Issues-And-Comments-Log.md - every finding, the 24 decisions (sec 7), v0.0.3 reconciliation (sec 9), why gaps remain (sec 8).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200" b="1" i="0">
                <a:solidFill>
                  <a:srgbClr val="1F3A5F"/>
                </a:solidFill>
                <a:latin typeface="Calibri"/>
              </a:rPr>
              <a:t>•  Briefing / Q&amp;A / talk track: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Group-Briefing.md (one page); Anticipated-QA.md; Presenter-Notes.md.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200" b="1" i="0">
                <a:solidFill>
                  <a:srgbClr val="1F3A5F"/>
                </a:solidFill>
                <a:latin typeface="Calibri"/>
              </a:rPr>
              <a:t>•  Coverage + the actual messages: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Message-Instantiation-Coverage.md; the three 'ASX Sample *.xml' workbooks (the ~38 instantiations, diff-able).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200" b="1" i="0">
                <a:solidFill>
                  <a:srgbClr val="1F3A5F"/>
                </a:solidFill>
                <a:latin typeface="Calibri"/>
              </a:rPr>
              <a:t>•  Initialization &amp; entity typing (P1/P2/P7):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Initialization-Walk.md; log sec 5.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200" b="1" i="0">
                <a:solidFill>
                  <a:srgbClr val="1F3A5F"/>
                </a:solidFill>
                <a:latin typeface="Calibri"/>
              </a:rPr>
              <a:t>•  CASEVAC (X1/X2 -&gt; Q-G/Q-H):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CASEVAC-Walk.md; log sec 6b.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200" b="1" i="0">
                <a:solidFill>
                  <a:srgbClr val="1F3A5F"/>
                </a:solidFill>
                <a:latin typeface="Calibri"/>
              </a:rPr>
              <a:t>•  Sensors &amp; swarm (Y / Z series):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NonVideoSensors-Walk.md; Swarm-Walk.md; log sec 6c / 6d.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200" b="1" i="0">
                <a:solidFill>
                  <a:srgbClr val="1F3A5F"/>
                </a:solidFill>
                <a:latin typeface="Calibri"/>
              </a:rPr>
              <a:t>•  Task / effect &amp; engagement (W / L, Q-K/Q-L):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FireSupport-Walk.md; TaskEffect-Batch-Walk.md; log sec 6e / 6f.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200" b="1" i="0">
                <a:solidFill>
                  <a:srgbClr val="1F3A5F"/>
                </a:solidFill>
                <a:latin typeface="Calibri"/>
              </a:rPr>
              <a:t>•  Sourced, validation &amp; drone-warfare missions: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SourcedScenarios-Walk.md; ValidationEvidence-Walk.md; DroneWarfare-LIRC-OPFOR-Walk.md; Documents-Found.md; log sec 6h / 6j / 6k.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200" b="1" i="0">
                <a:solidFill>
                  <a:srgbClr val="1F3A5F"/>
                </a:solidFill>
                <a:latin typeface="Calibri"/>
              </a:rPr>
              <a:t>•  Redundancy screen (N1):  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RedundancyPass-Walk.md; log sec 6g.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