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parallel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CollecticeRoboticSystem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   -  Once fixed, membership and command already exist in the base standard (C2SIM hasSubordinate, SMX hasCommandRelation); the residual swarm needs are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Task/effect scenarios: engagement, delivery, manipulation, rescue walked - the gap is mainly payload/effector/weapon typing (most task verbs already exist in LOX).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Redundancy pass (route-clearance, companion, urban): confirmed - plus one new finding, N1 (an area cannot be the subject of a task/report).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Sourced scenarios (subterranean, maritime MCM, sustainment): integrated from the scenario-sourcing session - corroborate P1/X1/N2/Y and add G1-G10 (incl. a generic Detection Report).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 and WHICH ROE - but not WHO (which commander) authorized the engagement, nor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WeaponRuleOfEngagementCode - LOX), desired effect (DesiredEffectCode), target (hasAffectedEntity), and the engage/attack verbs (lox#ENGAGE / lox#ATTACK).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Note: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AuthorizationHeader is message-sender authentication, not command authorization of fires - so who-approved-the-engagement is part of W1, not covered.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task/effect axis is mostly already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Across engagement, delivery, manipulation, rescue,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57800" cy="16002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Action verbs already exist
LOX has 446 TaskActionCode verbs - ENGAGE, ATTACK, BREACH, CONSTR, CLROBS, MINLAY, TRANS, RESUPL, RESCUE, RECOVR, NTRCOM, ESCRT, RECCE, PATROL. Not a missing-verb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 real gap: payload / effector / weapon typing
Cargo (L1), manipulator (E2), weapon (W2) are one gap: no typed thing carried or wielded.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Also already there (checked):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effects (DesiredEffectCode), targets (hasAffectedEntity), resources + quantities, ROE, platform types (Vehicle / Aircraft / SurfaceVessel).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Small residuals: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an area cannot be a task/report subject (N1 / Q-M); an area-coverage exploration goal (G2); a general tow/salvage; a decoy role.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(Q-L):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the typed payload / effector / weapon - the verbs are already in LOX.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Integrated from the scenario-sourcing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SubT (subterranean) + Cooperative MCM (maritime) + Sustainment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Corroborated (fresh domains):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platform typing P1, robot-to-robot X1 (-&gt; cross-cueing), persistent tasking N2, and the sensor-report problem Y1.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Best contribution (G4):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subsumes Video/CBRN/EW/GPR/naval-mine and resolves the whole Y-series.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New gaps: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area-coverage/exploration goal (G2, search verbs exist); denied-comms mode + relay entity (G1, the relay verb COMREL exists); decoy role (G8, deception verbs exist); maritime cross-cue with a shared track (G3); environment conditions (G11); formation geometry (G12).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Neutral-actor framing is mostly covered (smx#NEUTRL hostility value; an untyped NeutralSide individual also exists). Counter-UAS, human-machine teaming, and SAR were all extracted in the later validation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Validation: the gaps are now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Nine sourced missions closed the document holes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Now grounded by a real mission: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explainability (Agrawal DroneResponse), CBRN (UGV-CBRN), EW (UAV emitter geolocation), persistence (MDARS) - all previously asserted-but-untested.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Prior art, not invention (Q-Q):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the measurement report flagged as missing already existed in C2SIM's BML lineage - WhoMeasuredType {value, unit, phenomenon, sensor, time, place}. Re-adopt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Concrete schemas: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explanation report {event, action, reasoning, confidence} (Q-H); area map w/ per-cell value+variance (Q-M/Q-Q); on-the-loop verbs configure/suspend/ack/override (Q-K).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0" i="0">
                <a:solidFill>
                  <a:srgbClr val="666666"/>
                </a:solidFill>
                <a:latin typeface="Calibri"/>
              </a:rPr>
              <a:t>New: capability self-report (G13/Q-V) and collective-task decomposition + report aggregation (Z1), from BML MUM-T tasking.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(1/3):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(2/3):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Q-L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Typed payload/effector/weapon (the action verbs already exist in LOX; only tow/salvage is a residual).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Q-M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Let an area be the subject of a task/report (hasAffectedArea + area-state).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(3/3): from the sourced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Q-N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Area-coverage / exploration goal (explore-until-covered) - search verbs already exist.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Q-O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Denied-comms operating mode + deployable relay entity (the relay verb lox#COMREL already exists).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Q-P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Cross-cueing: system-to-system tasking + shared classified track/contact (extends Q-G).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Q-Q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- resolves the Y-series (extends Q-I).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Q-R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Platform locomotion/role subtypes: wheeled/tracked/legged UGV; detector/neutralizer USV (extends Q-A).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Q-S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Decoy/deception behavior + threat-aware order annotations.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Q-T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Operating-environment condition attributes (GPS-denied, illumination, sea-state, terrain).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Q-U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Formation / relative-geometry construct (orbit, convoy spacing) beyond single RelativeLocation.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Q-V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Capability self-report (robot declares mounted equipment; assign by capability) - BML WhoHoldingType.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Proposed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Pending group buy-in - nothing applied 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Safe corrections (unambiguous):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class typo CollecticeRoboticSystem -&gt; Collective (O1); versionInfo Extrension -&gt; Extension (O2); file CSIM_ASX -&gt; C2SIM_ASX (O3); hasStartTime UUIDBase -&gt; TimeInstant (M7); unify namespace label ASX / C2SIM_ASX (M8).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Structural (decide first):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 (Q-A); Swarm -&gt; CollectiveEntity so it is taskable (Q-B); one sensor model (Q-C); one autonomy vocabulary (Q-D).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New content (design):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 (Q-E), MediaReference (Q-F), robot-to-robot + cross-cue (Q-G/Q-P), rationale report (Q-H), generic detection report (Q-I/Q-Q), swarm residuals (Q-J), engagement authority (Q-K), payload/effector/weapon typing (Q-L), area subject (Q-M), explore order (Q-N), denied-comms/relay (Q-O), locomotion subtypes (Q-R), decoy/threat-aware (Q-S), environment conditions (Q-T), formation geometry (Q-U).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Nothing here is applied to the model - all items are proposals for group buy-in.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