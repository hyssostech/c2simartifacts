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consistent (task verbs + payload/effector typing).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Sourced scenarios (subterranean, maritime MCM, sustainment): integrated from the scenario-sourcing session - corroborate P1/X1/N2/Y and add G1-G10 (incl. a generic Detection 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effect, WHICH ROE, and WHO authorized the order - but not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WeaponROECode - LOX), order authorization (AuthorizationHeader), desired effect (DesiredEffectCode), target (hasAffectedEntity).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distills to two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 Task verbs
No vocabulary for what systems DO: deliver, dig / clear / emplace, recover / rescue (engage uncertain).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authorization, and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Also (N1):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the subject of a task or report - no hasAffectedArea, no area-state (cleared/contaminated). See Q-M.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the task-verb vocabulary and the typed payload / effector / weapon - that is the whole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Integrated from the scenario-sourcing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SubT (subterranean) + Cooperative MCM (maritime) + Sustainment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Corroborated (fresh domains):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typing P1, robot-to-robot X1 (-&gt; cross-cueing), persistent tasking N2, and the sensor-report problem Y1.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Best contribution (G4):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subsumes Video/CBRN/EW/GPR/naval-mine and resolves the whole Y-series.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New gaps: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Explore/Search-Area order (G2); denied-comms + relay (G1); decoy (G8); maritime cross-cue with a shared track (G3); environment conditions (G11); formation geometry (G12).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Neutral-actor framing is mostly covered (NeutralSide exists). Still un-extracted: counter-UAS swarm, human-machine teaming, 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Validation: the gaps are now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Nine sourced missions closed the document holes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Now grounded by a real mission: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explainability (Agrawal DroneResponse), CBRN (UGV-CBRN), EW (UAV emitter geolocation), persistence (MDARS) - all previously asserted-but-untested.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Prior art, not invention (Q-Q):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the measurement report flagged as missing already existed in C2SIM's BML lineage - WhoMeasuredType {value, unit, phenomenon, sensor, time, place}. Re-adopt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Concrete schemas: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explanation report {event, action, reasoning, confidence} (Q-H); area map w/ per-cell value+variance (Q-M/Q-Q); on-the-loop verbs configure/suspend/ack/override (Q-K).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0" i="0">
                <a:solidFill>
                  <a:srgbClr val="666666"/>
                </a:solidFill>
                <a:latin typeface="Calibri"/>
              </a:rPr>
              <a:t>New: capability self-report (G13/Q-V) and collective-task decomposition + report aggregation (Z1), from BML MUM-T tasking.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(1/2):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Task-verb vocabulary (deliver, manipulate, recover) + typed payload/effector/weapon.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Q-N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Explore / Search-Area order with a coverage goal (distinct from Patrol).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Q-O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Denied-comms operating mode + deployable comms-relay entity/behavior.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Q-P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Q-Q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the Y-series (extends Q-I).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Q-R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Q-S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Q-T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Operating-environment condition attributes (GPS-denied, illumination, sea-state, terrain).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Q-U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Formation / relative-geometry construct (orbit, convoy spacing) beyond single RelativeLocation.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Q-V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Capability self-report (robot declares mounted equipment; assign by capability) - BML WhoHoldingType.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task verbs + payload (Q-L), area subject (Q-M), explore order (Q-N), denied-comms/relay (Q-O), locomotion subtypes (Q-R), decoy/threat-aware (Q-S), environment conditions (Q-T), formation geometry (Q-U).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