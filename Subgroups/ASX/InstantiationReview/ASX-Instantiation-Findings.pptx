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libri"/>
              </a:rPr>
              <a:t>ASX Extension: Findings from Scenario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CFE0EA"/>
                </a:solidFill>
                <a:latin typeface="Calibri"/>
              </a:rPr>
              <a:t>Testing the proposed ontology elements by walking scenarios into real messages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09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C2SIM ASX Sub-group    -    Hyssos    -  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2194560" cy="635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Building on the sample-message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Walk each scenario and instantiate real Initialization / Order / Report messages using C2SIM + the proposed ASX elements.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Where a proposed element cannot be instantiated cleanly, a concrete problem surfaces - that is the signal we want.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This review focused on Initialization (which had zero worked examples) and the CASEVAC scenario, and cross-checked the OWL model against the spreadsheets.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Findings are framed as decisions for the group, not as objections to the approach - the approach is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the instantiation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4 worked instantiations so far: 2 Reports, 2 Orders, 0 Initialization.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Reports are the mature track (Video Detection Report); Orders are partial; every Initialization sheet is still a stub.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Coverage is concentrated on a single UAV video-surveillance thread plus one UGV transport order.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CASEVAC - the one human-authored contributed scenario - had no messages of any type (now walked in this review).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Initialization is the biggest hole and the highest-signal place to test the model (drafted in this review).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Two tracks have drifted apart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029200" cy="13716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OWL model  (CSIM_ASX.rdf)
last updated  Jan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37360"/>
            <a:ext cx="5029200" cy="13716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Spreadsheets  (Concept Mapping,
sample messages)  updated  Jun 2026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720" y="2423160"/>
            <a:ext cx="64008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C0392B"/>
                </a:solidFill>
                <a:latin typeface="Calibri"/>
              </a:rPr>
              <a:t>Consequence:  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the model does not reflect ~5 months of attribute decisions made in the spreadsheets.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Autonomy is defined three different ways across the two tracks.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Sensors are defined three different ways.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The whole attribute layer (Payload, Mobility, VehicleType, ...) exists only in the spreadsheets, not the OWL.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Instantiating one entity hits three blockers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P1
A UAV is typed two
incompatible 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P2
A sensor has no
agreed representation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828800"/>
            <a:ext cx="333756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P7
A swarm cannot be
tasked as modeled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9728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All three are entity-typing decisions - so Initialization, not Reports, is where the proposed model must be exercised and settled.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P1  -  A UAV is typed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554480"/>
            <a:ext cx="2743200" cy="685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74320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Platform  (SMX)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384048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Aircraft  (SMX)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74320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Robot  (ASX)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84048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UAV  (ASX)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56616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56616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8368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61772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Two disjoint sibling trees under ActorEntity model the same real drone.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Robot -&gt; it loses all existing SMX Platform / LOX machinery.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Aircraft -&gt; the ASX Robot / UAV classes go unused.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(Q-A):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make ASX autonomy a role/facet on the existing Platform subtree instead of a parallel Robot tree?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P7  -  A swarm cannot receive orders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8346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(ASX)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828800"/>
            <a:ext cx="32918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CollectiveRoboticSystem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828800"/>
            <a:ext cx="3108960" cy="6400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... PhysicalEntity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0" y="2148840"/>
            <a:ext cx="27432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223760" y="2148840"/>
            <a:ext cx="274319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79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C0392B"/>
                </a:solidFill>
                <a:latin typeface="Calibri"/>
              </a:rPr>
              <a:t>inert object - cannot be tasked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657600"/>
            <a:ext cx="28346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(proposed)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3657600"/>
            <a:ext cx="32918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CollectiveEntity  (C2SIM)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657600"/>
            <a:ext cx="310896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0" y="3977639"/>
            <a:ext cx="274320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23760" y="3977639"/>
            <a:ext cx="274319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79" y="4343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2E7D32"/>
                </a:solidFill>
                <a:latin typeface="Calibri"/>
              </a:rPr>
              <a:t>taskable - receives orders,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50" b="0" i="0">
                <a:solidFill>
                  <a:srgbClr val="333333"/>
                </a:solidFill>
                <a:latin typeface="Calibri"/>
              </a:rPr>
              <a:t>A swarm is exactly what orders are addressed to and what sends reports - it must be an ActorEntity.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    -  Once fixed, membership and command already exist in base C2SIM (hasSubordinate, hasCommandRelation); the residual swarm needs are small.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Decision (Q-B):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derive Swarm from CollectiveEntity (already an ActorEntity) rather than from the device/artifact tree.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model lags the 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Autonomy - 3 vocabularies: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{Automated, FullAuto, ReCont, Teleop}  vs  ControlMode {Piloted, Unpiloted-Autonomous, Swarm}  vs  NavigationAutonomy {FPV, Autonomous, RemoteControl}.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Sensor - 3 models: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Sensor class  vs  SensorType enum  vs  SensorCapability as associated equipment.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Missing from OWL: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Payload, PayloadCapability, Mobility/Propulsion, VehicleType, PassengerCapability, SwarmParameters. The OWL has 0 datatype properties.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2E869A"/>
                </a:solidFill>
                <a:latin typeface="Calibri"/>
              </a:rPr>
              <a:t>Decisions (Q-C, Q-D):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pick one normative sensor model and one normative autonomy vocabulary; express the rest as derived.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Defects in the existing instantiations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M1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actorReference is a string, but it must define an entity not yet in the database - no inline entity-definition mechanism exists for observed (uncooperative) entities.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M5 (MED):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MediaTypeEnum conflates media format (Video/Audio/Image/Document) with sensor modality (a note asks it to also cover 'thermal scan').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M7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hasStartTime is typed UUIDBase while hasEndTime is TimeInstant - almost certainly a copy/paste error.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0392B"/>
                </a:solidFill>
                <a:latin typeface="Calibri"/>
              </a:rPr>
              <a:t>Typos: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class 'CollecticeRoboticSystem' (should be Collective) and versionInfo 'Extrension' - cheap to fix now, painful after messages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Biggest coverage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Initialization: 0 of 3 named scenarios were instantiated (now drafted in this review).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CASEVAC: walked end-to-end in this review - surfaces two gaps with no element (next slide).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Non-video sensors (CBRN, EW, GPR): walked - the media-based report model does not generalize; non-imaging sensors have no measurement type (Y1/Y5).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Task/effect scenarios: engagement, delivery, manipulation, rescue walked - the gap is consistent (task verbs + payload/effector typing).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CASEVAC walk: two gaps with no element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flagship contributed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Walked end-to-end: Initialization -&gt; tasking Order -&gt; robot-to-robot route hand-off -&gt; status/threat Reports -&gt; explainable-reasons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X1  -  No robot-to-robot content
Scout cannot hand a verified safe Route to the transport UGV (envelope addressing exists; a content type does not)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X2  -  No rationale report
Systems can report WHAT (TaskStatus) but not WHY a route changed or a mission failed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972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(Q-G):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define a robot-to-robot coordination content type (safe-route advertisement) and the issuing-authority model.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(Q-H):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add a rationale/explanation ReportContent so systems can report why, not just what.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Checked: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Route, phased planning (PlanBody/PlanPhase), and position reporting already exist - not gaps.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Fire Support: autonomous engagement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task/effect 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744200" cy="14630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W1  -  No link between autonomy level and permission to engage
The standard can say WHAT effect, WHICH ROE, and WHO authorized the order - but not whether a FullAuto system may take a lethal action without a human in / on the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2E7D32"/>
                </a:solidFill>
                <a:latin typeface="Calibri"/>
              </a:rPr>
              <a:t>Checked - already exist (not gaps):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rules of engagement (RuleOfEngagement, WeaponROECode - LOX), order authorization (AuthorizationHeader), desired effect (DesiredEffectCode), target (hasAffectedEntity).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C87F0A"/>
                </a:solidFill>
                <a:latin typeface="Calibri"/>
              </a:rPr>
              <a:t>Also gaps: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W2 weapon/munition not typed; W3 no battle-damage / effect-achieved report (TaskStatus = the task ran, not the target destroyed).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2E869A"/>
                </a:solidFill>
                <a:latin typeface="Calibri"/>
              </a:rPr>
              <a:t>Decision (Q-K):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model engagement authority as a function of autonomy level - may this system take this action unsupervised?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task/effect axis distills to two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Across engagement, delivery, manipulation, rescue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257800" cy="16002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1.  Task verbs
No vocabulary for what systems DO: deliver, dig / clear / emplace, recover / rescue (engage uncertain).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57800" cy="16002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2.  Payload / effector / weapon typing
Cargo (L1), manipulator (E2), weapon (W2) are one gap: no typed thing carried or wielded.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03320"/>
            <a:ext cx="109728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500" b="1" i="0">
                <a:solidFill>
                  <a:srgbClr val="2E7D32"/>
                </a:solidFill>
                <a:latin typeface="Calibri"/>
              </a:rPr>
              <a:t>Already there (checked):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effects (DesiredEffectCode), targets (hasAffectedEntity), resources + quantities, ROE, authorization, and platform types (Vehicle / Aircraft / SurfaceVessel).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Decision (Q-L):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define the task-verb vocabulary and the typed payload / effector / weapon - that is the whole axis.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(1/2): model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Q-A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UAV/robot typing: a role on the existing Platform tree, or a parallel Robot tree?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Q-B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Swarm: derive from CollectiveEntity (ActorEntity) so it can be tasked.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Q-C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Sensor: entity, class, or attribute - choose one model and apply it everywhere.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Q-D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Autonomy: choose one normative vocabulary.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(2/2): new content types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Q-E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Inline entity definition for newly-observed entities in reports.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Q-F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MediaReference identity; separate media-format from sensor-modality.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Q-G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Robot-to-robot coordination content type + issuing authority (CASEVAC).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Q-H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Rationale/explanation ReportContent - report why, not just what (CASEVAC).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Q-I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Media-independent sensor-reading (value+unit+modality) + full SensorType taxonomy.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Q-J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Swarm residuals: network params, leader role, aggregation, member lifecycle.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Q-K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Engagement authority as a function of autonomy level (Fire Support).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Q-L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Task-verb vocabulary (deliver, manipulate, recover) + typed payload/effector/weapon.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Settle the two entity-typing decisions (Q-A, Q-B) - this unblocks Initialization.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Complete the Initialization instantiations (drafts provided for the 3 named scenarios).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Add the two CASEVAC content types (Q-G robot-to-robot, Q-H rationale) - both are explicit scenario requirements.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Reconcile the OWL model with the June spreadsheet decisions; fix the typos.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Optional: adopt the diff-able (.xml) workbooks so edits can be reviewed and merged in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