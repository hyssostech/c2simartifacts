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Building on the sample-message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Walk each scenario and instantiate real Initialization / Order / Report messages using C2SIM + the proposed ASX elements.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Where a proposed element cannot be instantiated cleanly, a concrete problem surfaces - that is the signal we want.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This review focused on Initialization (which had zero worked examples) and the CASEVAC scenario, and cross-checked the OWL model against the spreadsheets.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Findings are framed as decisions for the group, not as objections to the approach - the approach is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4 worked instantiations so far: 2 Reports, 2 Orders, 0 Initialization.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Reports are the mature track (Video Detection Report); Orders are partial; every Initialization sheet is still a stub.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Coverage is concentrated on a single UAV video-surveillance thread plus one UGV transport order.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CASEVAC - the one human-authored contributed scenario - had no messages of any type (now walked in this review).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Initialization is the biggest hole and the highest-signal place to test the model (drafted in this review).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Two tracks have drifted apart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OWL model  (CSIM_ASX.rdf)
last updated  Jan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029200" cy="13716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Spreadsheets  (Concept Mapping,
sample messages)  updated  Jun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0" y="2423160"/>
            <a:ext cx="64008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Consequence: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the model does not reflect ~5 months of attribute decisions made in the spreadsheets.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Autonomy is defined three different ways across the two tracks.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Sensors are defined three different ways.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The whole attribute layer (Payload, Mobility, VehicleType, ...) exists only in the spreadsheets, not the OWL.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Instantiating one entity hits three blockers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A UAV is typed two
incompatible 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A sensor has no
agreed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A swarm cannot be
tasked as modeled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All three are entity-typing decisions - so Initialization, not Reports, is where the proposed model must be exercised and settled.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6177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Two disjoint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Robot -&gt; it loses all existing SMX Platform / LOX machinery.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Aircraft -&gt; the ASX Robot / UAV classes go unused.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(Q-A):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cannot receive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CollectiveRoboticSystem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0392B"/>
                </a:solidFill>
                <a:latin typeface="Calibri"/>
              </a:rPr>
              <a:t>inert object - cannot be tasked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65760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5760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977639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977639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4343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A swarm is exactly what orders are addressed to and what sends reports - it must be an ActorEntity.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   -  Once fixed, membership and command already exist in base C2SIM (hasSubordinate, hasCommandRelation); the residual swarm needs are small.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Decision (Q-B):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derive Swarm from CollectiveEntity (already an ActorEntity) rather than from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model lags the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Autonomy - 3 vocabularies: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{Automated, FullAuto, ReCont, Teleop}  vs  ControlMode {Piloted, Unpiloted-Autonomous, Swarm}  vs  NavigationAutonomy {FPV, Autonomous, RemoteControl}.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Sensor - 3 models: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Sensor class  vs  SensorType enum  vs  SensorCapability as associated equipment.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Missing from OWL: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SwarmParameters. The OWL has 0 datatype properties.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2E869A"/>
                </a:solidFill>
                <a:latin typeface="Calibri"/>
              </a:rPr>
              <a:t>Decisions (Q-C, Q-D):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pick one normative sensor model and one normative autonomy vocabulary; express the rest as derived.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Defects in the existing instantiations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M1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actorReference is a string, but it must define an entity not yet in the database - no inline entity-definition mechanism exists for observed (uncooperative) entities.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M5 (MED):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MediaTypeEnum conflates media format (Video/Audio/Image/Document) with sensor modality (a note asks it to also cover 'thermal scan').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M7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hasStartTime is typed UUIDBase while hasEndTime is TimeInstant - almost certainly a copy/paste error.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0392B"/>
                </a:solidFill>
                <a:latin typeface="Calibri"/>
              </a:rPr>
              <a:t>Typos: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class 'CollecticeRoboticSystem' (should be Collective) and versionInfo 'Extrension' - cheap to fix now, painful after messages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Biggest coverage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Initialization: 0 of 3 named scenarios were instantiated (now drafted in this review).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CASEVAC: walked end-to-end in this review - surfaces two gaps with no element (next slide).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Non-video sensors (CBRN, EW, GPR): walked - the media-based report model does not generalize; non-imaging sensors have no measurement type (Y1/Y5).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Task/effect scenarios: engagement, delivery, manipulation, rescue walked - the gap is consistent (task verbs + payload/effector typing).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Redundancy pass (route-clearance, companion, urban): confirmed - plus one new finding, N1 (an area cannot be the subject of a task/report).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Sourced scenarios (subterranean, maritime MCM, sustainment): integrated from the scenario-sourcing session - corroborate P1/X1/N2/Y and add G1-G10 (incl. a generic Detection Report).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CASEVAC walk: two gaps with no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flagship contributed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Walked end-to-end: Initialization -&gt; tasking Order -&gt; robot-to-robot route hand-off -&gt; status/threat Reports -&gt; explainable-reasons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X1  -  No robot-to-robot content
Scout cannot hand a verified safe Route to the transport UGV (envelope addressing exists; a content type does not)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X2  -  No rationale report
Systems can report WHAT (TaskStatus) but not WHY a route changed or a mission failed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972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(Q-G):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a robot-to-robot coordination content type (safe-route advertisement) and the issuing-authority model.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(Q-H):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a rationale/explanation ReportContent so systems can report why, not just what.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Checked: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Route, phased planning (PlanBody/PlanPhase), and position reporting already exist - not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Fire Support: autonomous engagement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task/effect 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744200" cy="1463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W1  -  No link between autonomy level and permission to engage
The standard can say WHAT effect, WHICH ROE, and WHO authorized the order - but not whether a FullAuto system may take a lethal action without a human in / on the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Checked - already exist (not gaps):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rules of engagement (RuleOfEngagement, WeaponROECode - LOX), order authorization (AuthorizationHeader), desired effect (DesiredEffectCode), target (hasAffectedEntity).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Also gaps: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W2 weapon/munition not typed; W3 no battle-damage / effect-achieved report (TaskStatus = the task ran, not the target destroyed).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Decision (Q-K):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model engagement authority as a function of autonomy level - may this system take this action unsupervised?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task/effect axis distills to two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Across engagement, delivery, manipulation, rescue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257800" cy="16002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1.  Task verbs
No vocabulary for what systems DO: deliver, dig / clear / emplace, recover / rescue (engage uncertain).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57800" cy="16002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2.  Payload / effector / weapon typing
Cargo (L1), manipulator (E2), weapon (W2) are one gap: no typed thing carried or wielded.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Already there (checked):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effects (DesiredEffectCode), targets (hasAffectedEntity), resources + quantities, ROE, authorization, and platform types (Vehicle / Aircraft / SurfaceVessel).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Also (N1):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an area cannot be the subject of a task or report - no hasAffectedArea, no area-state (cleared/contaminated). See Q-M.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(Q-L):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the task-verb vocabulary and the typed payload / effector / weapon - that is the whole axis.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Integrated from the scenario-sourcing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SubT (subterranean) + Cooperative MCM (maritime) + Sustainment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7D32"/>
                </a:solidFill>
                <a:latin typeface="Calibri"/>
              </a:rPr>
              <a:t>Corroborated (fresh domains):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platform typing P1, robot-to-robot X1 (-&gt; cross-cueing), persistent tasking N2, and the sensor-report problem Y1.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Best contribution (G4):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subsumes Video/CBRN/EW/GPR/naval-mine and resolves the whole Y-series.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New gaps: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Explore/Search-Area order (G2); denied-comms operation + deployable relay (G1); decoy behavior (G8); maritime cross-cue with a shared track (G3).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Neutral-actor framing is mostly covered (NeutralSide exists). Still un-extracted: counter-UAS swarm, human-machine teaming, 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(1/2): model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Q-A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Q-B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Q-C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Q-D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(2/3): new content types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Q-E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Q-F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MediaReference identity; separate media-format from sensor-modality.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Q-G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Robot-to-robot coordination content type + issuing authority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Q-H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Rationale/explanation ReportContent - report why, not just what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Q-I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Media-independent sensor-reading (value+unit+modality) + full SensorType taxonomy.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Q-J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Swarm residuals: network params, leader role, aggregation, member lifecycle.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Q-K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Engagement authority as a function of autonomy level (Fire Support).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Q-L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Task-verb vocabulary (deliver, manipulate, recover) + typed payload/effector/weapon.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Q-M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Let an area be the subject of a task/report (hasAffectedArea + area-state).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(3/3): from the sourced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Q-N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Explore / Search-Area order with a coverage goal (distinct from Patrol).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Q-O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Denied-comms operating mode + deployable comms-relay entity/behavior.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Q-P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Cross-cueing: system-to-system tasking + shared classified track/contact (extends Q-G).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Q-Q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- resolves the Y-series (extends Q-I).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Q-R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Platform locomotion/role subtypes: wheeled/tracked/legged UGV; detector/neutralizer USV (extends Q-A).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Q-S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Decoy/deception behavior + threat-aware order annotations.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Proposed 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Pending group buy-in - nothing applied to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Safe corrections (unambiguous):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class typo CollecticeRoboticSystem -&gt; Collective (O1); versionInfo Extrension -&gt; Extension (O2); file CSIM_ASX -&gt; C2SIM_ASX (O3); hasStartTime UUIDBase -&gt; TimeInstant (M7); unify namespace label ASX / C2SIM_ASX (M8).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Structural (decide first):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UAV/robot typing (Q-A); Swarm -&gt; CollectiveEntity so it is taskable (Q-B); one sensor model (Q-C); one autonomy vocabulary (Q-D).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New content (design):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inline entity def (Q-E), MediaReference (Q-F), robot-to-robot + cross-cue (Q-G/Q-P), rationale report (Q-H), generic detection report (Q-I/Q-Q), swarm residuals (Q-J), engagement authority (Q-K), task verbs + payload (Q-L), area subject (Q-M), explore order (Q-N), denied-comms/relay (Q-O), locomotion subtypes (Q-R), decoy/threat-aware (Q-S).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Nothing here is applied to the model - all items are proposals for group buy-in.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Add the two CASEVAC content types (Q-G robot-to-robot, Q-H rationale) - both are explicit scenario requirements.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