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Where a proposed element cannot be instantiated cleanly, a concrete problem surfaces - that is the signal we want.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This review focused on Initialization (which had zero worked examples) and the CASEVAC scenario, and cross-checked the OWL model against the spreadsheets.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Findings are framed as decisions for the group, not as objections to the approach -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4 worked instantiations so far: 2 Reports, 2 Orders, 0 Initialization.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Reports are the mature track (Video Detection Report); Orders are partial; every Initialization sheet is still a stub.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Coverage is concentrated on a single UAV video-surveillance thread plus one UGV transport order.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CASEVAC - the one human-authored contributed scenario - had no messages of any type (now walked in this review).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Initialization is the biggest hole and the highest-signal place to test the model (drafted in this review).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Two tracks have drifted apart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Consequence: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model does not reflect ~5 months of attribute decisions made in the spreadsheets.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defined three different ways across the two tracks.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defined three different ways.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whole attribute layer (Payload, Mobility, VehicleType, ...) exists only in the spreadsheets, not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Instantiating one entity hits three blockers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A UAV is typed two
incompatible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A sensor has no
agreed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A swarm cannot be
tasked as modeled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All three are entity-typing decisions - so Initialization, not Reports, is where the proposed model must be exercised and settled.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6177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Two disjoint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cannot receive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0392B"/>
                </a:solidFill>
                <a:latin typeface="Calibri"/>
              </a:rPr>
              <a:t>inert object - cannot be tasked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937760"/>
            <a:ext cx="1097280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A swarm is exactly what orders are addressed to and what sends reports - it must be an ActorEntity.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derive Swarm from CollectiveEntity (already an ActorEntity) rather than from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model lags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Autonomy - 3 vocabularies: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Sensor - 3 models: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Missing from OWL: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The OWL has 0 datatype properties.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Defects in the existing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M1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actorReference is a string, but it must define an entity not yet in the database - no inline entity-definition mechanism exists for observed (uncooperative) entities.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M5 (MED):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MediaTypeEnum conflates media format (Video/Audio/Image/Document) with sensor modality (a note asks it to also cover 'thermal scan').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M7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hasStartTime is typed UUIDBase while hasEndTime is TimeInstant - almost certainly a copy/paste error.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0392B"/>
                </a:solidFill>
                <a:latin typeface="Calibri"/>
              </a:rPr>
              <a:t>Typos: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class 'CollecticeRoboticSystem' (should be Collective) and versionInfo 'Extrension' - cheap to fix now, painful after messages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Biggest coverage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CASEVAC: walked end-to-end in this review - surfaces two gaps with no element (next slide).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Non-video sensors (CBRN, EW/jammer, GPR, thermal): no reports; SensorType enum incomplete.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8 of 10 MUTT scenarios have no instantiations.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CASEVAC walk: two gaps with no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flagship contributed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Walked end-to-end: Initialization -&gt; tasking Order -&gt; robot-to-robot route hand-off -&gt; status/threat Reports -&gt; explainable-reasons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X1  -  No robot-to-robot content
Scout cannot hand a verified safe Route to the transport UGV (envelope addressing exists; a content type does not)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X2  -  No rationale report
Systems can report WHAT (TaskStatus) but not WHY a route changed or a 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972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(Q-G):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a robot-to-robot coordination content type (safe-route advertisement) and the issuing-authority model.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(Q-H):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a rationale/explanation ReportContent so systems can report why, not just what.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Checked: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Route, phased planning (PlanBody/PlanPhase), and position reporting already exist - not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for the sub-group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MediaReference identity, and separate media-format from sensor-modality.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Q-G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Robot-to-robot coordination content type + issuing authority (from CASEVAC).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Q-H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Rationale/explanation ReportContent - report why, not just what (from CASEVAC).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