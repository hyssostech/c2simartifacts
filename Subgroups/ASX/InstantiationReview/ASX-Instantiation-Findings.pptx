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228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libri"/>
              </a:rPr>
              <a:t>ASX Extension: Findings from Scenario Instantiation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290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CFE0EA"/>
                </a:solidFill>
                <a:latin typeface="Calibri"/>
              </a:rPr>
              <a:t>Testing the proposed ontology elements by walking scenarios into real messages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09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C2SIM ASX Sub-group    -    Hyssos    -   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2194560" cy="635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Building on the sample-message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Walk each scenario and instantiate real Initialization / Order / Report messages using C2SIM + the proposed ASX elements.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The ASX model is an early work-in-progress (v0.0.x) and the message instances are still being put in place - instantiation is how we build those instances and surface what is still to be defined.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Where a proposed element is not yet defined enough to instantiate cleanly, that marks a concrete thing to specify next - not a defect.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Everything here is decisions and to-define items for the group; the approach is working.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Where the instantiation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From 4 worked messages to ~33 - this review is the bulk of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Start: 4 worked instances (2 Reports, 2 Orders, 0 Initialization) - Elizabeth's baseline. This review drafted ~29 more, to ~33 across Init / Order / Report (on the branch, pending group review).</a:t>
            </a:r>
          </a:p>
          <a:p>
            <a:pPr lvl="1">
              <a:spcBef>
                <a:spcPts val="200"/>
              </a:spcBef>
              <a:spcAft>
                <a:spcPts val="9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      -  Initialization   0 -&gt; 6   (the 3 named scenarios + CASEVAC / MCM / SubT) - was the least-developed; now seeded.</a:t>
            </a:r>
          </a:p>
          <a:p>
            <a:pPr lvl="1">
              <a:spcBef>
                <a:spcPts val="200"/>
              </a:spcBef>
              <a:spcAft>
                <a:spcPts val="9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      -  Orders   2 -&gt; 14   (CASEVAC, swarm, fire support, logistics / engineering / rescue, route clearance, MCM, explore, resupply, MUM-T).</a:t>
            </a:r>
          </a:p>
          <a:p>
            <a:pPr lvl="1">
              <a:spcBef>
                <a:spcPts val="200"/>
              </a:spcBef>
              <a:spcAft>
                <a:spcPts val="9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      -  Reports   2 -&gt; 13   (swarm, CASEVAC status / explainable, CBRN / EW / GPR, BDA, delivery, naval mine, generic detection, hazard area).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CASEVAC - the one contributed scenario - had no messages; now walked end-to-end (Init + Orders + Reports).</a:t>
            </a:r>
          </a:p>
          <a:p>
            <a:pPr lvl="1">
              <a:spcBef>
                <a:spcPts val="200"/>
              </a:spcBef>
              <a:spcAft>
                <a:spcPts val="9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      -  The breadth is the point: each new instance exercises a proposed element and surfaces what is still to define.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Scenarios analyzed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20+ scenarios walked into ~33 message instances - Init / Order /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333333"/>
                </a:solidFill>
                <a:latin typeface="Calibri"/>
              </a:rPr>
              <a:t>Named + contributed - instantiated end-to-end: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      -  the 3 named Init scenarios (UAV video, UAV patrol, swarm) + CASEVAC, the one human-authored contributed scenario - walked Init -&gt; tasking Order -&gt; robot-to-robot hand-off -&gt; status/threat + explainable Reports.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333333"/>
                </a:solidFill>
                <a:latin typeface="Calibri"/>
              </a:rPr>
              <a:t>Capability stress-tests - instantiated: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      -  non-video sensing (CBRN, EW emitter, GPR mine); swarm detect + coordinate; the task/effect axis (fire support + BDA, logistics delivery, engineering, USV rescue, route clearance).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333333"/>
                </a:solidFill>
                <a:latin typeface="Calibri"/>
              </a:rPr>
              <a:t>Newly sourced from real missions, then analyzed: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      -  Cooperative MCM (maritime), Subterranean SubT, contested sustainment - plus nine documented missions that grounded the validation holes: explainability (DroneResponse), CBRN (UGV), EW geolocation, persistence (MDARS), counter-UAS, human-machine teaming (MUM-T), SAR, formation, robotic breach.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333333"/>
                </a:solidFill>
                <a:latin typeface="Calibri"/>
              </a:rPr>
              <a:t>Screened for redundancy: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      -  route-clearance / companion / urban - confirmed ~80% redundant, but still yielded N1 (an area as the subject of a task/report).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OWL and the spreadsheets are at different stages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029200" cy="13716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OWL model  (CSIM_ASX.rdf)
last updated  Jan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737360"/>
            <a:ext cx="5029200" cy="13716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Spreadsheets  (Concept Mapping,
sample messages)  updated  Jun 2026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720" y="2423160"/>
            <a:ext cx="640080" cy="0"/>
          </a:xfrm>
          <a:prstGeom prst="line">
            <a:avLst/>
          </a:prstGeom>
          <a:ln w="19050">
            <a:solidFill>
              <a:srgbClr val="C87F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3474720"/>
            <a:ext cx="109728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 b="1" i="0">
                <a:solidFill>
                  <a:srgbClr val="C87F0A"/>
                </a:solidFill>
                <a:latin typeface="Calibri"/>
              </a:rPr>
              <a:t>Where things stand:  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the OWL has not yet caught up to ~5 months of attribute work in the spreadsheets - expected for a v0.0.x model that is still being built.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Autonomy is currently described three different ways across the two tracks - to reconcile.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Sensors are described three different ways - to reconcile.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The attribute layer (Payload, Mobility, VehicleType, ...) is in the spreadsheets, not yet in the OWL.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First to settle: three structural typing decisions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474720" cy="20116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P1
UAV typing: Robot
tree vs SMX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828800"/>
            <a:ext cx="3474720" cy="20116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P2
Sensor: one
representation to pick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828800"/>
            <a:ext cx="3337560" cy="20116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P7
Swarm: make it
taskable (ActorEntity)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97680"/>
            <a:ext cx="109728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P1 and P7 are entity-typing (what a drone / a swarm IS); P2 is how a sensor is represented. All three are structural choices not yet settled - so Initialization, not Reports, is where the model gets exercised and pinned down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P1  -  A UAV is typed twice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Entity-typing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554480"/>
            <a:ext cx="2743200" cy="6858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274320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Platform  (SMX)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384048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Aircraft  (SMX)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74320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Robot  (ASX)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84048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UAV  (ASX)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56616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56616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58368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68680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434840"/>
            <a:ext cx="10972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Two parallel sibling trees under ActorEntity model the same real drone.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      -  Type it as Robot -&gt; it loses all existing SMX Platform / LOX machinery.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      -  Type it as Aircraft -&gt; the ASX Robot / UAV classes go unused.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300" b="1" i="0">
                <a:solidFill>
                  <a:srgbClr val="C87F0A"/>
                </a:solidFill>
                <a:latin typeface="Calibri"/>
              </a:rPr>
              <a:t>Now live in v0.0.3: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v0.0.3 declares both - UAV/UGV under Robot AND UnmannedAerial/Ground/Maritime/UnderwaterVehicle under SMX Vehicle - so this choice is now in the model to settle.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Decision (Q-A):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make ASX autonomy a role/facet on the existing Platform subtree instead of a parallel Robot tree?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P7  -  A swarm is not yet taskable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Entity-typing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28346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(ASX)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828800"/>
            <a:ext cx="32918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CollecticeRoboticSystem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828800"/>
            <a:ext cx="3108960" cy="6400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... PhysicalEntity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0" y="2148840"/>
            <a:ext cx="27432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223760" y="2148840"/>
            <a:ext cx="274319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79" y="2514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C87F0A"/>
                </a:solidFill>
                <a:latin typeface="Calibri"/>
              </a:rPr>
              <a:t>not yet taskable (under PhysicalEntity)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657600"/>
            <a:ext cx="28346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(proposed)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3657600"/>
            <a:ext cx="32918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CollectiveEntity  (C2SIM)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657600"/>
            <a:ext cx="310896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57600" y="3977639"/>
            <a:ext cx="274320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223760" y="3977639"/>
            <a:ext cx="274319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98079" y="4343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2E7D32"/>
                </a:solidFill>
                <a:latin typeface="Calibri"/>
              </a:rPr>
              <a:t>taskable - receives orders, reports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109728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A swarm is what orders are addressed to and what sends reports - so it needs to be an ActorEntity.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      -  Membership and command already exist in the base standard (C2SIM hasSubordinate, SMX hasCommandRelation), so the residual swarm work is small. (v0.0.3 dropped the Swarm class; CollecticeRoboticSystem is still under PhysicalEntity.)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Decision (Q-B):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derive the collective/Swarm from CollectiveEntity (already an ActorEntity) rather than the device/artifact tree.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OWL is still catching up to the spreadsheets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v0.0.x - expected at this stage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C87F0A"/>
                </a:solidFill>
                <a:latin typeface="Calibri"/>
              </a:rPr>
              <a:t>Autonomy - 3 vocabularies to reconcile: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OWL {Automated, FullAuto, ReCont, Teleop}  vs  ControlMode {Piloted, Unpiloted-Autonomous, Swarm}  vs  NavigationAutonomy {FPV, Autonomous, RemoteControl}.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C87F0A"/>
                </a:solidFill>
                <a:latin typeface="Calibri"/>
              </a:rPr>
              <a:t>Sensor - 3 models to reconcile: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OWL Sensor class  vs  SensorType enum  vs  SensorCapability as associated equipment.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C87F0A"/>
                </a:solidFill>
                <a:latin typeface="Calibri"/>
              </a:rPr>
              <a:t>Not yet in the OWL: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Payload, PayloadCapability, Mobility/Propulsion, VehicleType, PassengerCapability, SwarmParameters. (v0.0.1 had 0 datatype properties; v0.0.3 begins the layer, for the Video Detection Report only.)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Decisions (Q-C, Q-D):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pick one normative sensor model and one normative autonomy vocabulary; express the rest as derived.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Open items in the current instantiations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small things to tidy as the model firms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C87F0A"/>
                </a:solidFill>
                <a:latin typeface="Calibri"/>
              </a:rPr>
              <a:t>M1: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actorReference is a string, but it needs to define an entity not yet in the database - an inline entity-definition mechanism for observed entities is still to be added.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C87F0A"/>
                </a:solidFill>
                <a:latin typeface="Calibri"/>
              </a:rPr>
              <a:t>M5: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MediaTypeCode mixes media format (Video/Audio/Image/Document) with sensor modality (a note asks it to also cover 'thermal scan') - worth separating.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C87F0A"/>
                </a:solidFill>
                <a:latin typeface="Calibri"/>
              </a:rPr>
              <a:t>M7: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in an Order sheet hasStartTime is typed UUIDBase while hasEndTime is TimeInstant - looks like a copy/paste slip.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C87F0A"/>
                </a:solidFill>
                <a:latin typeface="Calibri"/>
              </a:rPr>
              <a:t>Typos: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class 'CollecticeRoboticSystem' (should be 'CollectiveRoboticSystem') and versionInfo 'Extrension' - both still in v0.0.3; easiest to fix before messages are built on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Coverage: what is still to instantiate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1" i="0">
                <a:solidFill>
                  <a:srgbClr val="333333"/>
                </a:solidFill>
                <a:latin typeface="Calibri"/>
              </a:rPr>
              <a:t>Initialization: 0 of 3 named scenarios were instantiated (now drafted in this review).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1" i="0">
                <a:solidFill>
                  <a:srgbClr val="333333"/>
                </a:solidFill>
                <a:latin typeface="Calibri"/>
              </a:rPr>
              <a:t>CASEVAC: walked end-to-end in this review - surfaces two gaps with no element (next slide).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1" i="0">
                <a:solidFill>
                  <a:srgbClr val="333333"/>
                </a:solidFill>
                <a:latin typeface="Calibri"/>
              </a:rPr>
              <a:t>Non-video sensors (CBRN, EW, GPR): walked - the media-based report model does not generalize; non-imaging sensors have no measurement type (Y1/Y5).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Task/effect scenarios: engagement, delivery, manipulation, rescue walked - the gap is mainly payload/effector/weapon typing (most task verbs already exist in LOX).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Redundancy pass (route-clearance, companion, urban): confirmed - plus one new finding, N1 (an area cannot be the subject of a task/report).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Sourced scenarios (subterranean, maritime MCM, sustainment): integrated from the scenario-sourcing session - corroborate P1/X1/N2/Y and add G1-G10 (incl. a generic Detection Report).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CASEVAC walk: two gaps with no element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flagship contributed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Walked end-to-end: Initialization -&gt; tasking Order -&gt; robot-to-robot route hand-off -&gt; status/threat Reports -&gt; explainable-reasons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5257800" cy="1600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X1  -  No robot-to-robot content
Scout cannot hand a verified safe Route to the transport UGV (envelope addressing exists; a content type does not)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240280"/>
            <a:ext cx="5257800" cy="1600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X2  -  No rationale report
Systems can report WHAT (TaskStatus) but not WHY a route changed or a mission failed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10972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(Q-G):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define a robot-to-robot coordination content type (safe-route advertisement) and the issuing-authority model.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(Q-H):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add a rationale/explanation ReportContent so systems can report why, not just what.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Checked: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Route, phased planning (PlanBody/PlanPhase), and position reporting already exist - not gaps.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Fire Support: autonomous engagement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task/effect 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744200" cy="146304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W1  -  No link between autonomy level and permission to engage
The standard can say WHAT effect and WHICH ROE - but not WHO (which commander) authorized the engagement, nor whether a FullAuto system may take a lethal action without a human in / on the loop.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109728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2E7D32"/>
                </a:solidFill>
                <a:latin typeface="Calibri"/>
              </a:rPr>
              <a:t>Checked - already exist (not gaps):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rules of engagement (RuleOfEngagement, WeaponRuleOfEngagementCode - LOX), desired effect (DesiredEffectCode), target (hasAffectedEntity), and the engage/attack verbs (lox#ENGAGE / lox#ATTACK).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C87F0A"/>
                </a:solidFill>
                <a:latin typeface="Calibri"/>
              </a:rPr>
              <a:t>Note: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AuthorizationHeader is message-sender authentication, not command authorization of fires - so who-approved-the-engagement is part of W1, not covered.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C87F0A"/>
                </a:solidFill>
                <a:latin typeface="Calibri"/>
              </a:rPr>
              <a:t>Also gaps: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W2 weapon/munition not typed; W3 no battle-damage / effect-achieved report (TaskStatus = the task ran, not the target destroyed).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2E869A"/>
                </a:solidFill>
                <a:latin typeface="Calibri"/>
              </a:rPr>
              <a:t>Decision (Q-K):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model engagement authority as a function of autonomy level - may this system take this action unsupervised?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task/effect axis is mostly already there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Across engagement, delivery, manipulation, rescue, 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257800" cy="16002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Action verbs already exist
LOX has 446 TaskActionCode verbs - ENGAGE, ATTACK, BREACH, CONSTR, CLROBS, MINLAY, TRANS, RESUPL, RESCUE, RECOVR, NTRCOM, ESCRT, RECCE, PATROL. Not a missing-verb problem.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57800" cy="16002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The real gap: payload / effector / weapon typing
Cargo (L1), manipulator (E2), weapon (W2) are one gap: no typed thing carried or wielded.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Also already there (checked):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effects (DesiredEffectCode), targets (hasAffectedEntity), resources + quantities, ROE, platform types (Vehicle / Aircraft / SurfaceVessel).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C87F0A"/>
                </a:solidFill>
                <a:latin typeface="Calibri"/>
              </a:rPr>
              <a:t>Small residuals: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an area cannot be a task/report subject (N1 / Q-M); an area-coverage exploration goal (G2); a general tow/salvage; a decoy role.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(Q-L):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add the typed payload / effector / weapon - the verbs are already in LOX.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Integrated from the scenario-sourcing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SubT (subterranean) + Cooperative MCM (maritime) + Sustainment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2E7D32"/>
                </a:solidFill>
                <a:latin typeface="Calibri"/>
              </a:rPr>
              <a:t>Corroborated (fresh domains):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platform typing P1, robot-to-robot X1 (-&gt; cross-cueing), persistent tasking N2, and the sensor-report problem Y1.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Best contribution (G4):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one generic Detection Report (confidence + error-bound + false-positive) subsumes Video/CBRN/EW/GPR/naval-mine and resolves the whole Y-series.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C87F0A"/>
                </a:solidFill>
                <a:latin typeface="Calibri"/>
              </a:rPr>
              <a:t>New gaps: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area-coverage/exploration goal (G2, search verbs exist); denied-comms mode + relay entity (G1, the relay verb COMREL exists); decoy role (G8, deception verbs exist); maritime cross-cue with a shared track (G3); environment conditions (G11); formation geometry (G12).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Neutral-actor framing is mostly covered (smx#NEUTRL hostility value; an untyped NeutralSide individual also exists). Counter-UAS, human-machine teaming, and SAR were all extracted in the later validation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Validation: the gaps are now evidenced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Nine sourced missions closed the document holes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1" i="0">
                <a:solidFill>
                  <a:srgbClr val="2E7D32"/>
                </a:solidFill>
                <a:latin typeface="Calibri"/>
              </a:rPr>
              <a:t>Now grounded by a real mission: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explainability (Agrawal DroneResponse), CBRN (UGV-CBRN), EW (UAV emitter geolocation), persistence (MDARS) - all previously asserted-but-untested.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1" i="0">
                <a:solidFill>
                  <a:srgbClr val="2E869A"/>
                </a:solidFill>
                <a:latin typeface="Calibri"/>
              </a:rPr>
              <a:t>Prior art, not invention (Q-Q):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the measurement report flagged as missing already existed in C2SIM's BML lineage - WhoMeasuredType {value, unit, phenomenon, sensor, time, place}. Re-adopt it.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1" i="0">
                <a:solidFill>
                  <a:srgbClr val="C87F0A"/>
                </a:solidFill>
                <a:latin typeface="Calibri"/>
              </a:rPr>
              <a:t>Concrete schemas: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explanation report {event, action, reasoning, confidence} (Q-H); area map w/ per-cell value+variance (Q-M/Q-Q); on-the-loop verbs configure/suspend/ack/override (Q-K).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0" i="0">
                <a:solidFill>
                  <a:srgbClr val="666666"/>
                </a:solidFill>
                <a:latin typeface="Calibri"/>
              </a:rPr>
              <a:t>New: capability self-report (G13/Q-V) and collective-task decomposition + report aggregation (Z1), from BML MUM-T tasking.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Where the OWL is now (v0.0.3)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Michael's update - the model is moving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2E7D32"/>
                </a:solidFill>
                <a:latin typeface="Calibri"/>
              </a:rPr>
              <a:t>Started (good):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v0.0.3 begins the attribute layer (first datatype properties - v0.0.1 had none; plus further object properties) and folds the Video Detection Report into the OWL (MediaReference, MediaTypeCode, SensorObservation, VideoDetectionReportContent) + an AutonomyLevelCode model.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C87F0A"/>
                </a:solidFill>
                <a:latin typeface="Calibri"/>
              </a:rPr>
              <a:t>Brings a decision to a head: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P1 is now in the model, not yet settled - v0.0.3 declares both UAV/UGV (under Robot) and UnmannedAerial/Ground/Maritime/UnderwaterVehicle (under SMX Vehicle), so the group still picks one; the maritime ones sit under Vehicle rather than SurfaceVessel/SubsurfaceVessel.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Still to define: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the broader attribute set, a taskable collective (Swarm was removed; CollecticeRoboticSystem still non-actor), the generic Detection Report, and the rationale / robot-to-robot / area content - plus the two typos.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(1/3): model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Q-A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UAV/robot typing: a role on the existing Platform tree, or a parallel Robot tree?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Q-B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Swarm: derive from CollectiveEntity (ActorEntity) so it can be tasked.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Q-C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Sensor: entity, class, or attribute - choose one model and apply it everywhere.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Q-D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Autonomy: choose one normative vocabulary.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(2/3): new content types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Q-E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Inline entity definition for newly-observed entities in reports.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Q-F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MediaReference identity; separate media-format from sensor-modality.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Q-G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Robot-to-robot coordination content type + issuing authority (CASEVAC).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Q-H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Rationale/explanation ReportContent - report why, not just what (CASEVAC).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Q-I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Media-independent sensor-reading (value+unit+modality) + full SensorType taxonomy.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Q-J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Swarm residuals: network params, leader role, aggregation, member lifecycle.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Q-K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Engagement authority as a function of autonomy level (Fire Support).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Q-L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Typed payload/effector/weapon (the action verbs already exist in LOX; only tow/salvage is a residual).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Q-M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Let an area be the subject of a task/report (hasAffectedArea + area-state).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(3/3): from the sourced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Q-N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Area-coverage / exploration goal (explore-until-covered) - search verbs already exist.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Q-O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Denied-comms operating mode + deployable relay entity (the relay verb lox#COMREL already exists).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Q-P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Cross-cueing: system-to-system tasking + shared classified track/contact (extends Q-G).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Q-Q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One generic Detection Report (confidence + error-bound + false-positive) - resolves the Y-series (extends Q-I).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Q-R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Platform locomotion/role subtypes: wheeled/tracked/legged UGV; detector/neutralizer USV (extends Q-A).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Q-S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Decoy/deception behavior + threat-aware order annotations.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Q-T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Operating-environment condition attributes (GPS-denied, illumination, sea-state, terrain).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Q-U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Formation / relative-geometry construct (orbit, convoy spacing) beyond single RelativeLocation.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Q-V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Capability self-report (robot declares mounted equipment; assign by capability) - BML WhoHoldingType.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Proposed refinements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Pending group buy-in - nothing applied to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Safe corrections (unambiguous):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class typo CollecticeRoboticSystem -&gt; CollectiveRoboticSystem (O1); versionInfo Extrension -&gt; Extension (O2); file CSIM_ASX -&gt; C2SIM_ASX (O3); hasStartTime UUIDBase -&gt; TimeInstant (M7); unify namespace label ASX / C2SIM_ASX (M8).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C87F0A"/>
                </a:solidFill>
                <a:latin typeface="Calibri"/>
              </a:rPr>
              <a:t>Structural (decide first):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UAV/robot typing (Q-A); Swarm -&gt; CollectiveEntity so it is taskable (Q-B); one sensor model (Q-C); one autonomy vocabulary (Q-D).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New content (design):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inline entity def (Q-E), MediaReference (Q-F), robot-to-robot + cross-cue (Q-G/Q-P), rationale report (Q-H), generic detection report (Q-I/Q-Q), swarm residuals (Q-J), engagement authority (Q-K), payload/effector/weapon typing (Q-L), area subject (Q-M), explore order (Q-N), denied-comms/relay (Q-O), locomotion subtypes (Q-R), decoy/threat-aware (Q-S), environment conditions (Q-T), formation geometry (Q-U).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Nothing here is applied to the model - all items are proposals for group buy-in.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Recommended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Settle the two entity-typing decisions (Q-A, Q-B) - this unblocks Initialization.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Complete the Initialization instantiations (drafts provided for the 3 named scenarios).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Add the two CASEVAC content types (Q-G robot-to-robot, Q-H rationale) - both are explicit scenario requirements.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Reconcile the OWL model with the June spreadsheet decisions; fix the typos.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Optional: adopt the diff-able (.xml) workbooks so edits can be reviewed and merged in 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