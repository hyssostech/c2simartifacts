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48840"/>
            <a:ext cx="12191695" cy="228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31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libri"/>
              </a:rPr>
              <a:t>ASX Extension: Findings from Scenario Instantiation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290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CFE0EA"/>
                </a:solidFill>
                <a:latin typeface="Calibri"/>
              </a:rPr>
              <a:t>Testing the proposed ontology elements by walking scenarios into real messages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09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C2SIM ASX Sub-group    -    Hyssos    -   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2194560" cy="635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Building on the sample-message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Walk each scenario and instantiate real Initialization / Order / Report messages using C2SIM + the proposed ASX elements.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Where a proposed element cannot be instantiated cleanly, a concrete problem surfaces - that is the signal we want.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This review focused on Initialization (which had zero worked examples) and the CASEVAC scenario, and cross-checked the OWL model against the spreadsheets.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Findings are framed as decisions for the group, not as objections to the approach - the approach is working.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Where the instantiation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4 worked instantiations so far: 2 Reports, 2 Orders, 0 Initialization.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      -  Reports are the mature track (Video Detection Report); Orders are partial; every Initialization sheet is still a stub.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      -  Coverage is concentrated on a single UAV video-surveillance thread plus one UGV transport order.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CASEVAC - the one human-authored contributed scenario - had no messages of any type (now walked in this review).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      -  Initialization is the biggest hole and the highest-signal place to test the model (drafted in this review).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Two tracks have drifted apart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029200" cy="13716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OWL model  (CSIM_ASX.rdf)
last updated  Jan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737360"/>
            <a:ext cx="5029200" cy="13716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Spreadsheets  (Concept Mapping,
sample messages)  updated  Jun 2026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720" y="2423160"/>
            <a:ext cx="640080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3474720"/>
            <a:ext cx="109728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600" b="1" i="0">
                <a:solidFill>
                  <a:srgbClr val="C0392B"/>
                </a:solidFill>
                <a:latin typeface="Calibri"/>
              </a:rPr>
              <a:t>Consequence:  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the model does not reflect ~5 months of attribute decisions made in the spreadsheets.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Autonomy is defined three different ways across the two tracks.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Sensors are defined three different ways.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The whole attribute layer (Payload, Mobility, VehicleType, ...) exists only in the spreadsheets, not the OWL.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Instantiating one entity hits three blockers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474720" cy="2011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P1
A UAV is typed two
incompatible ways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1828800"/>
            <a:ext cx="3474720" cy="2011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P2
A sensor has no
agreed representation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828800"/>
            <a:ext cx="3337560" cy="2011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P7
A swarm cannot be
tasked as modeled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97680"/>
            <a:ext cx="109728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All three are entity-typing decisions - so Initialization, not Reports, is where the proposed model must be exercised and settled.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P1  -  A UAV is typed twice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BLOCKER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554480"/>
            <a:ext cx="2743200" cy="6858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ActorEntity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2743200"/>
            <a:ext cx="2743200" cy="6858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Platform  (SMX)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3840480"/>
            <a:ext cx="2743200" cy="6858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Aircraft  (SMX)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2743200"/>
            <a:ext cx="2743200" cy="68580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Robot  (ASX)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3840480"/>
            <a:ext cx="2743200" cy="68580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UAV  (ASX)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566160" y="2240280"/>
            <a:ext cx="2103120" cy="50292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566160" y="3429000"/>
            <a:ext cx="0" cy="41148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583680" y="2240280"/>
            <a:ext cx="2103120" cy="50292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686800" y="3429000"/>
            <a:ext cx="0" cy="41148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461772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Two disjoint sibling trees under ActorEntity model the same real drone.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      -  Type it as Robot -&gt; it loses all existing SMX Platform / LOX machinery.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      -  Type it as Aircraft -&gt; the ASX Robot / UAV classes go unused.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(Q-A):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make ASX autonomy a role/facet on the existing Platform subtree instead of a parallel Robot tree?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P7  -  A swarm cannot receive orders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BLOCKER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2834640" cy="6400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Swarm  (ASX)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0" y="1828800"/>
            <a:ext cx="3291840" cy="6400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CollectiveRoboticSystem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1828800"/>
            <a:ext cx="3108960" cy="6400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... PhysicalEntity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0" y="2148840"/>
            <a:ext cx="274320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223760" y="2148840"/>
            <a:ext cx="274319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79" y="2514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C0392B"/>
                </a:solidFill>
                <a:latin typeface="Calibri"/>
              </a:rPr>
              <a:t>inert object - cannot be tasked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657600"/>
            <a:ext cx="283464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Swarm  (proposed)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3657600"/>
            <a:ext cx="329184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CollectiveEntity  (C2SIM)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3657600"/>
            <a:ext cx="310896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ActorEntity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57600" y="3977639"/>
            <a:ext cx="274320" cy="0"/>
          </a:xfrm>
          <a:prstGeom prst="line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223760" y="3977639"/>
            <a:ext cx="274319" cy="0"/>
          </a:xfrm>
          <a:prstGeom prst="line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98079" y="43434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2E7D32"/>
                </a:solidFill>
                <a:latin typeface="Calibri"/>
              </a:rPr>
              <a:t>taskable - receives orders, reports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109728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50" b="0" i="0">
                <a:solidFill>
                  <a:srgbClr val="333333"/>
                </a:solidFill>
                <a:latin typeface="Calibri"/>
              </a:rPr>
              <a:t>A swarm is exactly what orders are addressed to and what sends reports - it must be an ActorEntity.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50" b="0" i="0">
                <a:solidFill>
                  <a:srgbClr val="333333"/>
                </a:solidFill>
                <a:latin typeface="Calibri"/>
              </a:rPr>
              <a:t>      -  Once fixed, membership and command already exist in base C2SIM (hasSubordinate, hasCommandRelation); the residual swarm needs are small.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Decision (Q-B):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derive Swarm from CollectiveEntity (already an ActorEntity) rather than from the device/artifact tree.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model lags the spreadsheets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Autonomy - 3 vocabularies: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OWL {Automated, FullAuto, ReCont, Teleop}  vs  ControlMode {Piloted, Unpiloted-Autonomous, Swarm}  vs  NavigationAutonomy {FPV, Autonomous, RemoteControl}.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Sensor - 3 models: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OWL Sensor class  vs  SensorType enum  vs  SensorCapability as associated equipment.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Missing from OWL: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Payload, PayloadCapability, Mobility/Propulsion, VehicleType, PassengerCapability, SwarmParameters. The OWL has 0 datatype properties.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2E869A"/>
                </a:solidFill>
                <a:latin typeface="Calibri"/>
              </a:rPr>
              <a:t>Decisions (Q-C, Q-D):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pick one normative sensor model and one normative autonomy vocabulary; express the rest as derived.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Defects in the existing instantiations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M1 (HIGH):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actorReference is a string, but it must define an entity not yet in the database - no inline entity-definition mechanism exists for observed (uncooperative) entities.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M5 (MED):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MediaTypeEnum conflates media format (Video/Audio/Image/Document) with sensor modality (a note asks it to also cover 'thermal scan').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M7 (HIGH):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hasStartTime is typed UUIDBase while hasEndTime is TimeInstant - almost certainly a copy/paste error.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0392B"/>
                </a:solidFill>
                <a:latin typeface="Calibri"/>
              </a:rPr>
              <a:t>Typos: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class 'CollecticeRoboticSystem' (should be Collective) and versionInfo 'Extrension' - cheap to fix now, painful after messages exist.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Biggest coverage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1" i="0">
                <a:solidFill>
                  <a:srgbClr val="333333"/>
                </a:solidFill>
                <a:latin typeface="Calibri"/>
              </a:rPr>
              <a:t>Initialization: 0 of 3 named scenarios were instantiated (now drafted in this review).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1" i="0">
                <a:solidFill>
                  <a:srgbClr val="333333"/>
                </a:solidFill>
                <a:latin typeface="Calibri"/>
              </a:rPr>
              <a:t>CASEVAC: walked end-to-end in this review - surfaces two gaps with no element (next slide).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1" i="0">
                <a:solidFill>
                  <a:srgbClr val="333333"/>
                </a:solidFill>
                <a:latin typeface="Calibri"/>
              </a:rPr>
              <a:t>Non-video sensors (CBRN, EW, GPR): walked - the media-based report model does not generalize; non-imaging sensors have no measurement type (Y1/Y5).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8 of 10 MUTT scenarios have no instantiations.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CASEVAC walk: two gaps with no element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The flagship contributed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Walked end-to-end: Initialization -&gt; tasking Order -&gt; robot-to-robot route hand-off -&gt; status/threat Reports -&gt; explainable-reasons Report.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40280"/>
            <a:ext cx="5257800" cy="16002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X1  -  No robot-to-robot content
Scout cannot hand a verified safe Route to the transport UGV (envelope addressing exists; a content type does not)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240280"/>
            <a:ext cx="5257800" cy="16002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X2  -  No rationale report
Systems can report WHAT (TaskStatus) but not WHY a route changed or a mission failed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10972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(Q-G):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define a robot-to-robot coordination content type (safe-route advertisement) and the issuing-authority model.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(Q-H):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add a rationale/explanation ReportContent so systems can report why, not just what.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7D32"/>
                </a:solidFill>
                <a:latin typeface="Calibri"/>
              </a:rPr>
              <a:t>Checked: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Route, phased planning (PlanBody/PlanPhase), and position reporting already exist - not gaps.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Decisions for the sub-group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Q-A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UAV/robot typing: a role on the existing Platform tree, or a parallel Robot tree?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Q-B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Swarm: derive from CollectiveEntity (ActorEntity) so it can be tasked.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Q-C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Sensor: entity, class, or attribute - choose one model and apply it everywhere.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Q-D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Autonomy: choose one normative vocabulary.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Q-E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Define inline entity definition for newly-observed entities in reports.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Q-F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MediaReference identity, and separate media-format from sensor-modality.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Q-G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Robot-to-robot coordination content type + issuing authority (from CASEVAC).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Q-H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Rationale/explanation ReportContent - report why, not just what (from CASEVAC).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Q-I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Media-independent sensor-reading (value+unit+modality) + complete SensorType taxonomy (non-video walk).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Recommended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1" i="0">
                <a:solidFill>
                  <a:srgbClr val="333333"/>
                </a:solidFill>
                <a:latin typeface="Calibri"/>
              </a:rPr>
              <a:t>Settle the two entity-typing decisions (Q-A, Q-B) - this unblocks Initialization.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Complete the Initialization instantiations (drafts provided for the 3 named scenarios).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Add the two CASEVAC content types (Q-G robot-to-robot, Q-H rationale) - both are explicit scenario requirements.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Reconcile the OWL model with the June spreadsheet decisions; fix the typos.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Optional: adopt the diff-able (.xml) workbooks so edits can be reviewed and merged in git.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