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ags/tag2.xml" ContentType="application/vnd.openxmlformats-officedocument.presentationml.tag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2" r:id="rId4"/>
    <p:sldMasterId id="2147484069" r:id="rId5"/>
  </p:sldMasterIdLst>
  <p:notesMasterIdLst>
    <p:notesMasterId r:id="rId13"/>
  </p:notesMasterIdLst>
  <p:handoutMasterIdLst>
    <p:handoutMasterId r:id="rId14"/>
  </p:handoutMasterIdLst>
  <p:sldIdLst>
    <p:sldId id="2147470876" r:id="rId6"/>
    <p:sldId id="2147472409" r:id="rId7"/>
    <p:sldId id="2147472437" r:id="rId8"/>
    <p:sldId id="2147472439" r:id="rId9"/>
    <p:sldId id="2147472438" r:id="rId10"/>
    <p:sldId id="2147472421" r:id="rId11"/>
    <p:sldId id="2147470948" r:id="rId12"/>
  </p:sldIdLst>
  <p:sldSz cx="12192000" cy="6858000"/>
  <p:notesSz cx="6858000" cy="9144000"/>
  <p:custDataLst>
    <p:tags r:id="rId15"/>
  </p:custDataLst>
  <p:defaultTextStyle>
    <a:defPPr>
      <a:defRPr lang="en-US"/>
    </a:defPPr>
    <a:lvl1pPr algn="l" defTabSz="913614" rtl="0" fontAlgn="base">
      <a:spcBef>
        <a:spcPct val="0"/>
      </a:spcBef>
      <a:spcAft>
        <a:spcPct val="0"/>
      </a:spcAft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6808" indent="-200852" algn="l" defTabSz="913614" rtl="0" fontAlgn="base">
      <a:spcBef>
        <a:spcPct val="0"/>
      </a:spcBef>
      <a:spcAft>
        <a:spcPct val="0"/>
      </a:spcAft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3614" indent="-401707" algn="l" defTabSz="913614" rtl="0" fontAlgn="base">
      <a:spcBef>
        <a:spcPct val="0"/>
      </a:spcBef>
      <a:spcAft>
        <a:spcPct val="0"/>
      </a:spcAft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0423" indent="-602558" algn="l" defTabSz="913614" rtl="0" fontAlgn="base">
      <a:spcBef>
        <a:spcPct val="0"/>
      </a:spcBef>
      <a:spcAft>
        <a:spcPct val="0"/>
      </a:spcAft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119" indent="-804302" algn="l" defTabSz="913614" rtl="0" fontAlgn="base">
      <a:spcBef>
        <a:spcPct val="0"/>
      </a:spcBef>
      <a:spcAft>
        <a:spcPct val="0"/>
      </a:spcAft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1279772" algn="l" defTabSz="51190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1535726" algn="l" defTabSz="51190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1791681" algn="l" defTabSz="51190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2047634" algn="l" defTabSz="51190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B1AD7ED7-20BA-447F-8EB5-49C1BA74D5CC}">
          <p14:sldIdLst>
            <p14:sldId id="2147470876"/>
            <p14:sldId id="2147472409"/>
            <p14:sldId id="2147472437"/>
            <p14:sldId id="2147472439"/>
            <p14:sldId id="2147472438"/>
            <p14:sldId id="2147472421"/>
            <p14:sldId id="2147470948"/>
          </p14:sldIdLst>
        </p14:section>
        <p14:section name="Rough Notes" id="{4A96723C-D75C-4363-B0CC-4C787FD6C871}">
          <p14:sldIdLst/>
        </p14:section>
      </p14:sectionLst>
    </p:ext>
    <p:ext uri="{EFAFB233-063F-42B5-8137-9DF3F51BA10A}">
      <p15:sldGuideLst xmlns:p15="http://schemas.microsoft.com/office/powerpoint/2012/main">
        <p15:guide id="1" pos="5405" userDrawn="1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0C02B0F-18B6-A1BA-3D11-C94701D9A598}" name="Mary Beth Kennedy" initials="MK" userId="S::mkenn@cae.com::68bd4555-574c-4743-80b3-f4d0605b48dd" providerId="AD"/>
  <p188:author id="{D6B93F27-DAAF-7636-048B-F1EE364D2696}" name="Wendy Stough" initials="WS" userId="S::stough@cae.com::516d0afc-ea59-4f3e-8456-8cc9577739fb" providerId="AD"/>
  <p188:author id="{0068EE2C-92D3-4DA4-8A4C-AA46438635BE}" name="Andrew Arnovitz" initials="AA" userId="S::andrewa@cae.com::16fb7044-88b0-4005-9034-e219091908a2" providerId="AD"/>
  <p188:author id="{1E104033-2659-D2D9-65EC-9E86B1178930}" name="Constance Drilhon" initials="CD" userId="S::cdrilhon@cae.com::7c039946-c06f-412e-97d4-20d2e1c70f66" providerId="AD"/>
  <p188:author id="{968BC23A-C135-5FED-A839-3F844301CDFA}" name="Aline Massouh" initials="AM" userId="S::massouh@cae.com::f6945719-1d17-47b0-bb52-8d9b15a53f0a" providerId="AD"/>
  <p188:author id="{F185FA65-3452-B5BB-1225-8CBD8E4E6644}" name="Janie Mercky" initials="JM" userId="S::jmercky@cae.com::9214bfdf-f995-4722-a55a-f665a75775b8" providerId="AD"/>
  <p188:author id="{4C5EB16B-6394-B54D-5E75-F7C1F3C6FB50}" name="Jennifer Wood" initials="JW" userId="S::jennifw@cae.com::60627efe-5448-4879-91fd-2bb1c3c6254e" providerId="AD"/>
  <p188:author id="{0C37076D-8DEE-115E-2C2E-0F63C9278A94}" name="Xavier Arbour" initials="XA" userId="S::xarbour@cae.com::b36a5711-b6d9-4f95-8fa7-3d07e146ae58" providerId="AD"/>
  <p188:author id="{E67FBF75-F16C-23B2-DD0D-383A4B0C0F01}" name="Lyanne Joubert" initials="LJ" userId="S::ljoubert@cae.com::98bde078-f6d9-4616-84a3-8e643b4a61ed" providerId="AD"/>
  <p188:author id="{6661E87B-5442-3FCE-6EF2-44644B918B91}" name="Roger Marszalek" initials="RM" userId="S::rmarszalek@cae.com::9ebe57dc-a393-42f2-8917-2f326a754908" providerId="AD"/>
  <p188:author id="{E335F07D-D365-1864-CE46-901AB54851FC}" name="Heidi Fedak" initials="HF" userId="S::hfedak@cae.com::6ce069f8-1b57-4f78-81d2-c472e7019cec" providerId="AD"/>
  <p188:author id="{7658B38B-F5C3-3A9E-8749-D35C21257B94}" name="Claudia Boies" initials="CB" userId="S::cboies@cae.com::de1ccae1-2cfa-46c4-b9ff-5f54deba4923" providerId="AD"/>
  <p188:author id="{E3BF74CD-BB59-4CD5-5BFD-8AA91528AE56}" name="Sarah Bibeau" initials="SB" userId="S::sbibe@cae.com::11372fc5-2d87-4450-96cd-1de9251b9a57" providerId="AD"/>
  <p188:author id="{5C9C70D2-0269-CF0D-0911-C77646BD2B30}" name="Wendy Stough" initials="WS" userId="S::Wendy.Stough@caemilusa.com::b9e02a02-9667-4ab0-9ec2-e623e0a89341" providerId="AD"/>
  <p188:author id="{F84C03DD-6985-FDB5-ECE9-460D1AC0DE53}" name="Kyle Davis" initials="KD" userId="S::kdavis@cae.com::1f35857d-1a84-4d92-beb3-c2bf657d4f6e" providerId="AD"/>
  <p188:author id="{18758FE8-B6CC-81E8-F9C9-D41B20F9E300}" name="Samantha Golinski" initials="SG" userId="S::sgolinski@cae.com::07b5c5f7-57de-4290-83bb-b32b67575e2d" providerId="AD"/>
  <p188:author id="{2DBE92F7-F8B7-D20D-2953-8D0D26B73B31}" name="Ryan Eldridge" initials="RE" userId="S::reldr@cae.com::08927472-968a-416b-88fa-7accee49b1da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amantha Golinski" initials="SG" lastIdx="40" clrIdx="0">
    <p:extLst>
      <p:ext uri="{19B8F6BF-5375-455C-9EA6-DF929625EA0E}">
        <p15:presenceInfo xmlns:p15="http://schemas.microsoft.com/office/powerpoint/2012/main" userId="S::sgolinski@cae.com::07b5c5f7-57de-4290-83bb-b32b67575e2d" providerId="AD"/>
      </p:ext>
    </p:extLst>
  </p:cmAuthor>
  <p:cmAuthor id="2" name="Aline Massouh" initials="AM" lastIdx="44" clrIdx="1">
    <p:extLst>
      <p:ext uri="{19B8F6BF-5375-455C-9EA6-DF929625EA0E}">
        <p15:presenceInfo xmlns:p15="http://schemas.microsoft.com/office/powerpoint/2012/main" userId="S::massouh@cae.com::f6945719-1d17-47b0-bb52-8d9b15a53f0a" providerId="AD"/>
      </p:ext>
    </p:extLst>
  </p:cmAuthor>
  <p:cmAuthor id="3" name="Sarah Bibeau" initials="SB" lastIdx="41" clrIdx="2">
    <p:extLst>
      <p:ext uri="{19B8F6BF-5375-455C-9EA6-DF929625EA0E}">
        <p15:presenceInfo xmlns:p15="http://schemas.microsoft.com/office/powerpoint/2012/main" userId="S::sbibe@cae.com::11372fc5-2d87-4450-96cd-1de9251b9a57" providerId="AD"/>
      </p:ext>
    </p:extLst>
  </p:cmAuthor>
  <p:cmAuthor id="4" name="Annalisa Harris" initials="AH" lastIdx="4" clrIdx="3">
    <p:extLst>
      <p:ext uri="{19B8F6BF-5375-455C-9EA6-DF929625EA0E}">
        <p15:presenceInfo xmlns:p15="http://schemas.microsoft.com/office/powerpoint/2012/main" userId="S::anhar@cae.com::889352be-a83b-42ad-93cc-76d05f9fddd7" providerId="AD"/>
      </p:ext>
    </p:extLst>
  </p:cmAuthor>
  <p:cmAuthor id="5" name="Wendy Stough" initials="WS" lastIdx="2" clrIdx="4">
    <p:extLst>
      <p:ext uri="{19B8F6BF-5375-455C-9EA6-DF929625EA0E}">
        <p15:presenceInfo xmlns:p15="http://schemas.microsoft.com/office/powerpoint/2012/main" userId="S::stough@cae.com::516d0afc-ea59-4f3e-8456-8cc9577739fb" providerId="AD"/>
      </p:ext>
    </p:extLst>
  </p:cmAuthor>
  <p:cmAuthor id="6" name="Constance Drilhon" initials="CD" lastIdx="3" clrIdx="5">
    <p:extLst>
      <p:ext uri="{19B8F6BF-5375-455C-9EA6-DF929625EA0E}">
        <p15:presenceInfo xmlns:p15="http://schemas.microsoft.com/office/powerpoint/2012/main" userId="S::cdrilhon@cae.com::7c039946-c06f-412e-97d4-20d2e1c70f6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  <a:srgbClr val="2969F2"/>
    <a:srgbClr val="1D4BB6"/>
    <a:srgbClr val="FFFFFF"/>
    <a:srgbClr val="00B050"/>
    <a:srgbClr val="E3E3E3"/>
    <a:srgbClr val="06103D"/>
    <a:srgbClr val="FAFAFA"/>
    <a:srgbClr val="F3F3F3"/>
    <a:srgbClr val="7F8C8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165" autoAdjust="0"/>
  </p:normalViewPr>
  <p:slideViewPr>
    <p:cSldViewPr snapToGrid="0">
      <p:cViewPr varScale="1">
        <p:scale>
          <a:sx n="50" d="100"/>
          <a:sy n="50" d="100"/>
        </p:scale>
        <p:origin x="341" y="53"/>
      </p:cViewPr>
      <p:guideLst>
        <p:guide pos="5405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notesMaster" Target="notesMasters/notesMaster1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tags" Target="tags/tag1.xml"/><Relationship Id="rId10" Type="http://schemas.openxmlformats.org/officeDocument/2006/relationships/slide" Target="slides/slide5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A33E728-FF3F-47D0-95DE-B2C4065CFCC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4869160" cy="458788"/>
          </a:xfrm>
          <a:prstGeom prst="rect">
            <a:avLst/>
          </a:prstGeom>
        </p:spPr>
        <p:txBody>
          <a:bodyPr vert="horz" lIns="144000" tIns="144000" rIns="144000" bIns="144000" rtlCol="0" anchor="t"/>
          <a:lstStyle>
            <a:lvl1pPr algn="l">
              <a:defRPr sz="1200"/>
            </a:lvl1pPr>
          </a:lstStyle>
          <a:p>
            <a:endParaRPr lang="en-CA">
              <a:solidFill>
                <a:schemeClr val="tx2"/>
              </a:solidFill>
              <a:latin typeface="Red Hat Display" panose="02010303040201060303" pitchFamily="2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9CC9FE-CDEF-4228-80B2-120082C1CD6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589239" y="0"/>
            <a:ext cx="1267173" cy="458788"/>
          </a:xfrm>
          <a:prstGeom prst="rect">
            <a:avLst/>
          </a:prstGeom>
        </p:spPr>
        <p:txBody>
          <a:bodyPr vert="horz" lIns="144000" tIns="144000" rIns="144000" bIns="144000" rtlCol="0" anchor="t"/>
          <a:lstStyle>
            <a:lvl1pPr algn="r">
              <a:defRPr sz="1200"/>
            </a:lvl1pPr>
          </a:lstStyle>
          <a:p>
            <a:fld id="{65784025-F79D-4849-B13B-BFBE9BA48635}" type="datetimeFigureOut">
              <a:rPr lang="en-CA" smtClean="0">
                <a:solidFill>
                  <a:schemeClr val="tx2"/>
                </a:solidFill>
                <a:latin typeface="Red Hat Display" panose="02010303040201060303" pitchFamily="2" charset="0"/>
              </a:rPr>
              <a:t>2026-06-10</a:t>
            </a:fld>
            <a:endParaRPr lang="en-CA">
              <a:solidFill>
                <a:schemeClr val="tx2"/>
              </a:solidFill>
              <a:latin typeface="Red Hat Display" panose="02010303040201060303" pitchFamily="2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7C5142-A5B5-414A-A935-439ECD59304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4869160" cy="458787"/>
          </a:xfrm>
          <a:prstGeom prst="rect">
            <a:avLst/>
          </a:prstGeom>
        </p:spPr>
        <p:txBody>
          <a:bodyPr vert="horz" lIns="144000" tIns="144000" rIns="144000" bIns="144000" rtlCol="0" anchor="b"/>
          <a:lstStyle>
            <a:lvl1pPr algn="l">
              <a:defRPr sz="1200"/>
            </a:lvl1pPr>
          </a:lstStyle>
          <a:p>
            <a:endParaRPr lang="en-CA">
              <a:solidFill>
                <a:schemeClr val="tx2"/>
              </a:solidFill>
              <a:latin typeface="Red Hat Display" panose="02010303040201060303" pitchFamily="2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CA9A4E-A69C-4CE9-B88B-1DA872B2E99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589239" y="8685213"/>
            <a:ext cx="1267173" cy="458787"/>
          </a:xfrm>
          <a:prstGeom prst="rect">
            <a:avLst/>
          </a:prstGeom>
        </p:spPr>
        <p:txBody>
          <a:bodyPr vert="horz" lIns="144000" tIns="144000" rIns="144000" bIns="144000" rtlCol="0" anchor="b"/>
          <a:lstStyle>
            <a:lvl1pPr algn="r">
              <a:defRPr sz="1200"/>
            </a:lvl1pPr>
          </a:lstStyle>
          <a:p>
            <a:fld id="{40B11401-9CD5-4FFC-B428-D493AAFECA1D}" type="slidenum">
              <a:rPr lang="en-CA" smtClean="0">
                <a:solidFill>
                  <a:schemeClr val="tx2"/>
                </a:solidFill>
                <a:latin typeface="Red Hat Display" panose="02010303040201060303" pitchFamily="2" charset="0"/>
              </a:rPr>
              <a:t>‹#›</a:t>
            </a:fld>
            <a:endParaRPr lang="en-CA">
              <a:solidFill>
                <a:schemeClr val="tx2"/>
              </a:solidFill>
              <a:latin typeface="Red Hat Display" panose="020103030402010603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216958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144000" tIns="144000" rIns="144000" bIns="144000" rtlCol="0"/>
          <a:lstStyle>
            <a:lvl1pPr algn="l">
              <a:defRPr sz="1200">
                <a:solidFill>
                  <a:schemeClr val="tx2"/>
                </a:solidFill>
                <a:latin typeface="Red Hat Display" panose="02010303040201060303" pitchFamily="2" charset="0"/>
              </a:defRPr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144000" tIns="144000" rIns="144000" bIns="144000" rtlCol="0"/>
          <a:lstStyle>
            <a:lvl1pPr algn="r">
              <a:defRPr sz="1200">
                <a:solidFill>
                  <a:schemeClr val="tx2"/>
                </a:solidFill>
                <a:latin typeface="Red Hat Display" panose="02010303040201060303" pitchFamily="2" charset="0"/>
              </a:defRPr>
            </a:lvl1pPr>
          </a:lstStyle>
          <a:p>
            <a:fld id="{862401FA-03E4-417E-850D-BECBAC0BE149}" type="datetimeFigureOut">
              <a:rPr lang="en-CA" smtClean="0"/>
              <a:pPr/>
              <a:t>2026-06-10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48680" y="971600"/>
            <a:ext cx="5760640" cy="3240360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48680" y="4427934"/>
            <a:ext cx="5760640" cy="3744466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CA" noProof="0"/>
              <a:t>Cliquez pour ajouter des notes</a:t>
            </a:r>
          </a:p>
          <a:p>
            <a:pPr lvl="1"/>
            <a:r>
              <a:rPr lang="fr-CA" noProof="0"/>
              <a:t>Deuxième niveau</a:t>
            </a:r>
          </a:p>
          <a:p>
            <a:pPr lvl="2"/>
            <a:r>
              <a:rPr lang="fr-CA" noProof="0"/>
              <a:t>Troisième niveau</a:t>
            </a:r>
          </a:p>
          <a:p>
            <a:pPr lvl="3"/>
            <a:r>
              <a:rPr lang="fr-CA" noProof="0"/>
              <a:t>Quatrième niveau</a:t>
            </a:r>
          </a:p>
          <a:p>
            <a:pPr lvl="4"/>
            <a:r>
              <a:rPr lang="fr-CA" noProof="0" err="1"/>
              <a:t>Cinquème</a:t>
            </a:r>
            <a:r>
              <a:rPr lang="fr-CA" noProof="0"/>
              <a:t> niveau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144000" tIns="144000" rIns="144000" bIns="144000" rtlCol="0" anchor="b"/>
          <a:lstStyle>
            <a:lvl1pPr algn="l">
              <a:defRPr sz="1200">
                <a:solidFill>
                  <a:schemeClr val="tx2"/>
                </a:solidFill>
                <a:latin typeface="Red Hat Display" panose="02010303040201060303" pitchFamily="2" charset="0"/>
              </a:defRPr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144000" tIns="144000" rIns="144000" bIns="144000" rtlCol="0" anchor="b"/>
          <a:lstStyle>
            <a:lvl1pPr algn="r">
              <a:defRPr sz="1200">
                <a:solidFill>
                  <a:schemeClr val="tx2"/>
                </a:solidFill>
                <a:latin typeface="Red Hat Display" panose="02010303040201060303" pitchFamily="2" charset="0"/>
              </a:defRPr>
            </a:lvl1pPr>
          </a:lstStyle>
          <a:p>
            <a:fld id="{527AB645-225A-4E0C-832E-9FE495AA9FCD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864644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indent="0" algn="l" defTabSz="914400" rtl="0" eaLnBrk="1" latinLnBrk="0" hangingPunct="1">
      <a:spcBef>
        <a:spcPts val="800"/>
      </a:spcBef>
      <a:buFont typeface="Arial" panose="020B0604020202020204" pitchFamily="34" charset="0"/>
      <a:buChar char="​"/>
      <a:defRPr sz="1400" kern="1200">
        <a:solidFill>
          <a:schemeClr val="tx2"/>
        </a:solidFill>
        <a:latin typeface="Red Hat Display" panose="02010303040201060303" pitchFamily="2" charset="0"/>
        <a:ea typeface="+mn-ea"/>
        <a:cs typeface="+mn-cs"/>
      </a:defRPr>
    </a:lvl1pPr>
    <a:lvl2pPr marL="234000" indent="-216000" algn="l" defTabSz="914400" rtl="0" eaLnBrk="1" latinLnBrk="0" hangingPunct="1">
      <a:spcBef>
        <a:spcPts val="400"/>
      </a:spcBef>
      <a:buClr>
        <a:schemeClr val="tx2"/>
      </a:buClr>
      <a:buFont typeface="Wingdings" panose="05000000000000000000" pitchFamily="2" charset="2"/>
      <a:buChar char="§"/>
      <a:defRPr sz="1200" kern="1200">
        <a:solidFill>
          <a:schemeClr val="tx2"/>
        </a:solidFill>
        <a:latin typeface="Red Hat Display" panose="02010303040201060303" pitchFamily="2" charset="0"/>
        <a:ea typeface="+mn-ea"/>
        <a:cs typeface="+mn-cs"/>
      </a:defRPr>
    </a:lvl2pPr>
    <a:lvl3pPr marL="428400" indent="-180000" algn="l" defTabSz="914400" rtl="0" eaLnBrk="1" latinLnBrk="0" hangingPunct="1">
      <a:spcBef>
        <a:spcPts val="200"/>
      </a:spcBef>
      <a:buClr>
        <a:schemeClr val="accent3"/>
      </a:buClr>
      <a:buFont typeface="Wingdings" panose="05000000000000000000" pitchFamily="2" charset="2"/>
      <a:buChar char="§"/>
      <a:defRPr sz="1100" kern="1200">
        <a:solidFill>
          <a:schemeClr val="tx2"/>
        </a:solidFill>
        <a:latin typeface="Red Hat Display" panose="02010303040201060303" pitchFamily="2" charset="0"/>
        <a:ea typeface="+mn-ea"/>
        <a:cs typeface="+mn-cs"/>
      </a:defRPr>
    </a:lvl3pPr>
    <a:lvl4pPr marL="583200" indent="-144000" algn="l" defTabSz="914400" rtl="0" eaLnBrk="1" latinLnBrk="0" hangingPunct="1">
      <a:spcBef>
        <a:spcPts val="100"/>
      </a:spcBef>
      <a:buClr>
        <a:schemeClr val="accent3"/>
      </a:buClr>
      <a:buFont typeface="Wingdings" panose="05000000000000000000" pitchFamily="2" charset="2"/>
      <a:buChar char="§"/>
      <a:defRPr sz="1000" kern="1200">
        <a:solidFill>
          <a:schemeClr val="tx2"/>
        </a:solidFill>
        <a:latin typeface="Red Hat Display" panose="02010303040201060303" pitchFamily="2" charset="0"/>
        <a:ea typeface="+mn-ea"/>
        <a:cs typeface="+mn-cs"/>
      </a:defRPr>
    </a:lvl4pPr>
    <a:lvl5pPr marL="234000" indent="-234000" algn="l" defTabSz="914400" rtl="0" eaLnBrk="1" latinLnBrk="0" hangingPunct="1">
      <a:buFont typeface="+mj-lt"/>
      <a:buAutoNum type="arabicPeriod"/>
      <a:defRPr sz="1200" kern="1200">
        <a:solidFill>
          <a:schemeClr val="tx2"/>
        </a:solidFill>
        <a:latin typeface="Red Hat Display" panose="02010303040201060303" pitchFamily="2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49275" y="971550"/>
            <a:ext cx="5759450" cy="32400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noProof="0">
                <a:latin typeface="+mn-lt"/>
              </a:rPr>
              <a:t>Welcome to CAE!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7AB645-225A-4E0C-832E-9FE495AA9FCD}" type="slidenum">
              <a:rPr lang="en-CA" smtClean="0"/>
              <a:pPr/>
              <a:t>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138214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49275" y="971550"/>
            <a:ext cx="5759450" cy="32400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7AB645-225A-4E0C-832E-9FE495AA9FCD}" type="slidenum">
              <a:rPr lang="en-CA" smtClean="0"/>
              <a:pPr/>
              <a:t>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379325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TH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615D5A5-820A-B44F-8145-281BEDFBB3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9384" y="1929226"/>
            <a:ext cx="6332760" cy="286792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A9AB5DDA-A6EF-A373-1863-37FDEBFCE34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44072" y="404664"/>
            <a:ext cx="7658383" cy="8280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1861029"/>
      </p:ext>
    </p:extLst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 blanch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F13E4E3-EA9B-4FF8-B6C4-2516ED16E94E}" type="slidenum">
              <a:rPr lang="fr-CA" smtClean="0"/>
              <a:t>‹#›</a:t>
            </a:fld>
            <a:endParaRPr lang="fr-CA"/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18438D0E-53A7-4602-B060-5EB840E30748}"/>
              </a:ext>
            </a:extLst>
          </p:cNvPr>
          <p:cNvCxnSpPr/>
          <p:nvPr/>
        </p:nvCxnSpPr>
        <p:spPr>
          <a:xfrm flipV="1">
            <a:off x="551384" y="-315416"/>
            <a:ext cx="0" cy="216024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309FFEBF-15C5-4A74-8443-3D9F69DF5BA6}"/>
              </a:ext>
            </a:extLst>
          </p:cNvPr>
          <p:cNvCxnSpPr/>
          <p:nvPr/>
        </p:nvCxnSpPr>
        <p:spPr>
          <a:xfrm flipV="1">
            <a:off x="11640616" y="-315416"/>
            <a:ext cx="0" cy="216024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D63FEA88-6238-4326-ADAA-5D5995C58B00}"/>
              </a:ext>
            </a:extLst>
          </p:cNvPr>
          <p:cNvCxnSpPr/>
          <p:nvPr userDrawn="1"/>
        </p:nvCxnSpPr>
        <p:spPr>
          <a:xfrm flipV="1">
            <a:off x="551384" y="6957392"/>
            <a:ext cx="0" cy="216024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2C0827F4-BBBC-4AC8-82BB-F80122849490}"/>
              </a:ext>
            </a:extLst>
          </p:cNvPr>
          <p:cNvCxnSpPr/>
          <p:nvPr/>
        </p:nvCxnSpPr>
        <p:spPr>
          <a:xfrm flipV="1">
            <a:off x="11640616" y="6957392"/>
            <a:ext cx="0" cy="216024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FF82C03B-9388-45AF-B32A-14369CBD1092}"/>
              </a:ext>
            </a:extLst>
          </p:cNvPr>
          <p:cNvCxnSpPr/>
          <p:nvPr/>
        </p:nvCxnSpPr>
        <p:spPr>
          <a:xfrm>
            <a:off x="-312712" y="1412776"/>
            <a:ext cx="216024" cy="99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CFC4DB00-D96A-4DF3-8277-90A16AF398FE}"/>
              </a:ext>
            </a:extLst>
          </p:cNvPr>
          <p:cNvCxnSpPr/>
          <p:nvPr/>
        </p:nvCxnSpPr>
        <p:spPr>
          <a:xfrm>
            <a:off x="12288688" y="1412776"/>
            <a:ext cx="216024" cy="99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46BCEB62-8960-4982-8E37-7F8C41E3020D}"/>
              </a:ext>
            </a:extLst>
          </p:cNvPr>
          <p:cNvCxnSpPr/>
          <p:nvPr/>
        </p:nvCxnSpPr>
        <p:spPr>
          <a:xfrm>
            <a:off x="-312712" y="6309221"/>
            <a:ext cx="216024" cy="99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9380230A-3186-4194-B30B-500F725DBC56}"/>
              </a:ext>
            </a:extLst>
          </p:cNvPr>
          <p:cNvCxnSpPr/>
          <p:nvPr/>
        </p:nvCxnSpPr>
        <p:spPr>
          <a:xfrm>
            <a:off x="12288688" y="6309221"/>
            <a:ext cx="216024" cy="99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5432812"/>
      </p:ext>
    </p:extLst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3024" y="1129932"/>
            <a:ext cx="10086975" cy="778381"/>
          </a:xfrm>
        </p:spPr>
        <p:txBody>
          <a:bodyPr/>
          <a:lstStyle>
            <a:lvl1pPr>
              <a:lnSpc>
                <a:spcPct val="90000"/>
              </a:lnSpc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2"/>
          </p:nvPr>
        </p:nvSpPr>
        <p:spPr>
          <a:xfrm>
            <a:off x="0" y="2732049"/>
            <a:ext cx="2974925" cy="3122342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3072358" y="2732049"/>
            <a:ext cx="2974925" cy="3122342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4"/>
          </p:nvPr>
        </p:nvSpPr>
        <p:spPr>
          <a:xfrm>
            <a:off x="6144716" y="2732049"/>
            <a:ext cx="2974925" cy="3122342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Picture Placeholder 8"/>
          <p:cNvSpPr>
            <a:spLocks noGrp="1"/>
          </p:cNvSpPr>
          <p:nvPr>
            <p:ph type="pic" sz="quarter" idx="15"/>
          </p:nvPr>
        </p:nvSpPr>
        <p:spPr>
          <a:xfrm>
            <a:off x="9217075" y="2732049"/>
            <a:ext cx="2974925" cy="3122342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502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decel="10000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9" grpId="0" animBg="1"/>
      <p:bldP spid="10" grpId="0" animBg="1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E9BD5-9F0B-6B4D-9022-97B835D90C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BF2535-BEB3-26B7-4C3E-F23734681C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9BAA71-8C1C-6386-4E19-ABB95B02A3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299787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C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5D6A9C-C457-1C04-9BA0-23451CDC7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7530" y="6347991"/>
            <a:ext cx="2743200" cy="365125"/>
          </a:xfrm>
          <a:prstGeom prst="rect">
            <a:avLst/>
          </a:prstGeom>
        </p:spPr>
        <p:txBody>
          <a:bodyPr/>
          <a:lstStyle/>
          <a:p>
            <a:fld id="{D43A35E5-31F2-402C-8CA1-4B5E4AF19C5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403785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Main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AC0CD-62C1-E37D-BEE9-36E693041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190F2-B8AB-B494-0052-6F4086BE98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858864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ED94B-D298-1553-3C1C-F06DDE3CAB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06B353-2DD6-1159-F66E-011E4577E5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ECA2FC-0713-D70E-1828-2001F7E85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33850" y="6477425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C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4010E5-CF92-1334-2F4D-8BF283538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294863"/>
            <a:ext cx="2743200" cy="365125"/>
          </a:xfrm>
          <a:prstGeom prst="rect">
            <a:avLst/>
          </a:prstGeom>
        </p:spPr>
        <p:txBody>
          <a:bodyPr/>
          <a:lstStyle/>
          <a:p>
            <a:fld id="{D43A35E5-31F2-402C-8CA1-4B5E4AF19C5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259053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68CF6-F428-FBC5-01A5-9F18569E2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967C50-3BBA-E137-5B8F-4CB14D3B26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A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9732A8-105A-FAF3-0E19-D21F6470B6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2668864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15616-B9BC-4C92-0460-CE9BB98323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BE2F45-9DD6-3DEF-A99C-321F3CF4C1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F08F63-0F60-B3CE-37D3-4A600A0CE1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A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BDF882B-CAF4-763A-D388-BFF19C9718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DB38CC7-EE62-C44D-7C70-8748B3ADF7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A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EB4E1D-3CED-B2AF-759F-D67A2AD0A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299787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225AACD-1E1B-4EE6-8883-A09231BD1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788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43A35E5-31F2-402C-8CA1-4B5E4AF19C5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123509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176E1-A0AD-D6A9-D307-3775BC4C3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31F160-5C16-1AE2-CBA8-D96792FDA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299787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60E6DC-C756-B6DD-A2E0-92B451DF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294863"/>
            <a:ext cx="2743200" cy="365125"/>
          </a:xfrm>
          <a:prstGeom prst="rect">
            <a:avLst/>
          </a:prstGeom>
        </p:spPr>
        <p:txBody>
          <a:bodyPr/>
          <a:lstStyle/>
          <a:p>
            <a:fld id="{D43A35E5-31F2-402C-8CA1-4B5E4AF19C5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134847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81FCBC-A445-9DD3-9CA0-2DBDC18F5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299787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C4F727-2ABD-1B3B-AA44-DB0C8BA16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294863"/>
            <a:ext cx="2743200" cy="365125"/>
          </a:xfrm>
          <a:prstGeom prst="rect">
            <a:avLst/>
          </a:prstGeom>
        </p:spPr>
        <p:txBody>
          <a:bodyPr/>
          <a:lstStyle/>
          <a:p>
            <a:fld id="{D43A35E5-31F2-402C-8CA1-4B5E4AF19C5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594338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D7E0B-9508-648A-BDFA-FB743597FF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F76BE1-FEAF-F46D-7BD1-B99FB03206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A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8FA36E-90C3-9F2F-F913-60E9933BA9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C3B696-100C-6204-73C4-47E7AC6FF74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99DE38A-F523-4625-AD04-A26CD6F4D124}" type="datetimeFigureOut">
              <a:rPr lang="en-CA" smtClean="0"/>
              <a:t>2026-06-10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433EA2-1FA4-1976-0B6E-5FC026CC7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299787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7447AC-98A3-957C-B222-D38432B49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294863"/>
            <a:ext cx="2743200" cy="365125"/>
          </a:xfrm>
          <a:prstGeom prst="rect">
            <a:avLst/>
          </a:prstGeom>
        </p:spPr>
        <p:txBody>
          <a:bodyPr/>
          <a:lstStyle/>
          <a:p>
            <a:fld id="{D43A35E5-31F2-402C-8CA1-4B5E4AF19C5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395700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985DA-7408-8724-02A3-42C3556EB9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821611B-92EC-7AD8-E9E7-7D838CF005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13F87E-14E9-E6FE-09D2-DD4C31F2E7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A3D4E9-2808-4C3F-0386-59A446A1C8B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99DE38A-F523-4625-AD04-A26CD6F4D124}" type="datetimeFigureOut">
              <a:rPr lang="en-CA" smtClean="0"/>
              <a:t>2026-06-10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ADA68B-F608-1B95-C937-806F2292F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299787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7DB2E0-0AC3-BA45-C088-9D7F873D0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294863"/>
            <a:ext cx="2743200" cy="365125"/>
          </a:xfrm>
          <a:prstGeom prst="rect">
            <a:avLst/>
          </a:prstGeom>
        </p:spPr>
        <p:txBody>
          <a:bodyPr/>
          <a:lstStyle/>
          <a:p>
            <a:fld id="{D43A35E5-31F2-402C-8CA1-4B5E4AF19C5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095210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0DD6-ED25-8ECA-92CF-E4D0D75BA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320A86-DC8D-869E-6C79-25A01E112E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7482B5-E63B-70A9-CDCE-57E44A0DBB2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99DE38A-F523-4625-AD04-A26CD6F4D124}" type="datetimeFigureOut">
              <a:rPr lang="en-CA" smtClean="0"/>
              <a:t>2026-06-10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84D9AA-E5CC-067C-C206-6B547DDDA9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299787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50B71E-7FE4-3910-695D-38CCF8FED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294863"/>
            <a:ext cx="2743200" cy="365125"/>
          </a:xfrm>
          <a:prstGeom prst="rect">
            <a:avLst/>
          </a:prstGeom>
        </p:spPr>
        <p:txBody>
          <a:bodyPr/>
          <a:lstStyle/>
          <a:p>
            <a:fld id="{D43A35E5-31F2-402C-8CA1-4B5E4AF19C5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412316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BDD116-2052-C881-F445-CBB917EBA3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5FABBE-937D-A6AE-4FFC-399430E552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0433A9-18FA-46F1-433E-BF3BE8247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299787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DE0D24-DA10-51C1-6B44-AAED4CDF3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43A35E5-31F2-402C-8CA1-4B5E4AF19C5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878930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ags" Target="../tags/tag2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5" Type="http://schemas.openxmlformats.org/officeDocument/2006/relationships/slideLayout" Target="../slideLayouts/slideLayout8.xml"/><Relationship Id="rId10" Type="http://schemas.openxmlformats.org/officeDocument/2006/relationships/slideLayout" Target="../slideLayouts/slideLayout13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Placeholder 1"/>
          <p:cNvSpPr>
            <a:spLocks noGrp="1"/>
          </p:cNvSpPr>
          <p:nvPr>
            <p:ph type="title"/>
          </p:nvPr>
        </p:nvSpPr>
        <p:spPr>
          <a:xfrm>
            <a:off x="563563" y="1035051"/>
            <a:ext cx="11089754" cy="82867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fr-CA" noProof="0"/>
              <a:t>Cliquez pour ajouter une machette</a:t>
            </a:r>
          </a:p>
        </p:txBody>
      </p:sp>
      <p:sp>
        <p:nvSpPr>
          <p:cNvPr id="1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563563" y="1881188"/>
            <a:ext cx="11077576" cy="4556554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:p15="http://schemas.microsoft.com/office/powerpoint/2012/main" xmlns:p14="http://schemas.microsoft.com/office/powerpoint/2010/main" xmlns:asvg="http://schemas.microsoft.com/office/drawing/2016/SVG/main" xmlns:a16="http://schemas.microsoft.com/office/drawing/2014/main" xmlns:a14="http://schemas.microsoft.com/office/drawing/2010/main" xmlns="" val="1"/>
            </a:ext>
            <a:ext uri="{909E8E84-426E-40dd-AFC4-6F175D3DCCD1}">
              <a14:hiddenFill xmlns:a14="http://schemas.microsoft.com/office/drawing/2010/main" xmlns:p15="http://schemas.microsoft.com/office/powerpoint/2012/main" xmlns:p14="http://schemas.microsoft.com/office/powerpoint/2010/main" xmlns:asvg="http://schemas.microsoft.com/office/drawing/2016/SVG/main" xmlns:a16="http://schemas.microsoft.com/office/drawing/2014/main" xmlns:ma14="http://schemas.microsoft.com/office/mac/drawingml/2011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:p15="http://schemas.microsoft.com/office/powerpoint/2012/main" xmlns:p14="http://schemas.microsoft.com/office/powerpoint/2010/main" xmlns:asvg="http://schemas.microsoft.com/office/drawing/2016/SVG/main" xmlns:a16="http://schemas.microsoft.com/office/drawing/2014/main" xmlns:ma14="http://schemas.microsoft.com/office/mac/drawingml/2011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CA" noProof="0" dirty="0"/>
              <a:t>Cliquez pour modifier le texte</a:t>
            </a:r>
          </a:p>
          <a:p>
            <a:pPr lvl="1"/>
            <a:r>
              <a:rPr lang="fr-CA" noProof="0" dirty="0"/>
              <a:t>Deuxième niveau</a:t>
            </a:r>
          </a:p>
          <a:p>
            <a:pPr lvl="2"/>
            <a:r>
              <a:rPr lang="fr-CA" noProof="0" dirty="0"/>
              <a:t>Troisième niveau</a:t>
            </a:r>
          </a:p>
          <a:p>
            <a:pPr lvl="3"/>
            <a:r>
              <a:rPr lang="fr-CA" noProof="0" dirty="0"/>
              <a:t>Quatrième niveau</a:t>
            </a:r>
          </a:p>
          <a:p>
            <a:pPr lvl="4"/>
            <a:r>
              <a:rPr lang="fr-CA" noProof="0" dirty="0"/>
              <a:t>Cinquième niveau</a:t>
            </a:r>
          </a:p>
          <a:p>
            <a:pPr lvl="5"/>
            <a:r>
              <a:rPr lang="fr-CA" noProof="0" dirty="0"/>
              <a:t>Sixième niveau</a:t>
            </a:r>
          </a:p>
          <a:p>
            <a:pPr lvl="6"/>
            <a:r>
              <a:rPr lang="fr-CA" noProof="0" dirty="0"/>
              <a:t>Septième niveau pour titre de paragraphe</a:t>
            </a:r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3287" y="6517862"/>
            <a:ext cx="504000" cy="14446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342901" rtl="0" eaLnBrk="1" fontAlgn="auto" latinLnBrk="0" hangingPunct="1">
              <a:spcBef>
                <a:spcPts val="0"/>
              </a:spcBef>
              <a:spcAft>
                <a:spcPts val="0"/>
              </a:spcAft>
              <a:defRPr lang="en-US" sz="10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9F13E4E3-EA9B-4FF8-B6C4-2516ED16E94E}" type="slidenum">
              <a:rPr lang="fr-CA" smtClean="0"/>
              <a:pPr/>
              <a:t>‹#›</a:t>
            </a:fld>
            <a:endParaRPr lang="fr-CA" dirty="0"/>
          </a:p>
        </p:txBody>
      </p: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2FCBB0A4-34BF-4F15-8383-65A93B5F10EF}"/>
              </a:ext>
            </a:extLst>
          </p:cNvPr>
          <p:cNvCxnSpPr/>
          <p:nvPr userDrawn="1"/>
        </p:nvCxnSpPr>
        <p:spPr>
          <a:xfrm flipV="1">
            <a:off x="563563" y="6957392"/>
            <a:ext cx="0" cy="216024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D8A06FE9-917C-48F3-878A-E6DFD3A44D90}"/>
              </a:ext>
            </a:extLst>
          </p:cNvPr>
          <p:cNvCxnSpPr/>
          <p:nvPr userDrawn="1"/>
        </p:nvCxnSpPr>
        <p:spPr>
          <a:xfrm flipV="1">
            <a:off x="11625263" y="6957392"/>
            <a:ext cx="0" cy="216024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C65F5152-33FE-4563-9ABC-9042E366D428}"/>
              </a:ext>
            </a:extLst>
          </p:cNvPr>
          <p:cNvCxnSpPr>
            <a:cxnSpLocks/>
          </p:cNvCxnSpPr>
          <p:nvPr userDrawn="1"/>
        </p:nvCxnSpPr>
        <p:spPr>
          <a:xfrm>
            <a:off x="-315300" y="1017150"/>
            <a:ext cx="216024" cy="99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18">
            <a:extLst>
              <a:ext uri="{FF2B5EF4-FFF2-40B4-BE49-F238E27FC236}">
                <a16:creationId xmlns:a16="http://schemas.microsoft.com/office/drawing/2014/main" id="{F963B879-E6E3-4ACE-A15D-F64560162815}"/>
              </a:ext>
            </a:extLst>
          </p:cNvPr>
          <p:cNvCxnSpPr>
            <a:cxnSpLocks/>
          </p:cNvCxnSpPr>
          <p:nvPr userDrawn="1"/>
        </p:nvCxnSpPr>
        <p:spPr>
          <a:xfrm>
            <a:off x="12291276" y="1025674"/>
            <a:ext cx="216024" cy="99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eur droit 19">
            <a:extLst>
              <a:ext uri="{FF2B5EF4-FFF2-40B4-BE49-F238E27FC236}">
                <a16:creationId xmlns:a16="http://schemas.microsoft.com/office/drawing/2014/main" id="{BDA1220E-448F-44B2-866F-92ECB3A717EB}"/>
              </a:ext>
            </a:extLst>
          </p:cNvPr>
          <p:cNvCxnSpPr/>
          <p:nvPr userDrawn="1"/>
        </p:nvCxnSpPr>
        <p:spPr>
          <a:xfrm>
            <a:off x="-315300" y="6286551"/>
            <a:ext cx="216024" cy="99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00A997D2-1B0A-477D-9B2E-D2C7CF49A7A9}"/>
              </a:ext>
            </a:extLst>
          </p:cNvPr>
          <p:cNvCxnSpPr/>
          <p:nvPr userDrawn="1"/>
        </p:nvCxnSpPr>
        <p:spPr>
          <a:xfrm>
            <a:off x="12291276" y="6286500"/>
            <a:ext cx="216024" cy="99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F4B470E4-0712-3F41-8087-979FE2C02DC8}"/>
              </a:ext>
            </a:extLst>
          </p:cNvPr>
          <p:cNvSpPr txBox="1"/>
          <p:nvPr userDrawn="1"/>
        </p:nvSpPr>
        <p:spPr>
          <a:xfrm>
            <a:off x="14073809" y="2769704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endParaRPr lang="en-US" sz="1800" err="1">
              <a:effectLst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0" name="Connecteur droit 11">
            <a:extLst>
              <a:ext uri="{FF2B5EF4-FFF2-40B4-BE49-F238E27FC236}">
                <a16:creationId xmlns:a16="http://schemas.microsoft.com/office/drawing/2014/main" id="{ABA5DEBF-FB63-354E-8AB1-6815A278F433}"/>
              </a:ext>
            </a:extLst>
          </p:cNvPr>
          <p:cNvCxnSpPr>
            <a:cxnSpLocks/>
          </p:cNvCxnSpPr>
          <p:nvPr userDrawn="1"/>
        </p:nvCxnSpPr>
        <p:spPr>
          <a:xfrm flipV="1">
            <a:off x="563563" y="-315300"/>
            <a:ext cx="0" cy="216024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eur droit 12">
            <a:extLst>
              <a:ext uri="{FF2B5EF4-FFF2-40B4-BE49-F238E27FC236}">
                <a16:creationId xmlns:a16="http://schemas.microsoft.com/office/drawing/2014/main" id="{AC002767-9C39-1947-AA2F-E4D10AADEE18}"/>
              </a:ext>
            </a:extLst>
          </p:cNvPr>
          <p:cNvCxnSpPr>
            <a:cxnSpLocks/>
          </p:cNvCxnSpPr>
          <p:nvPr userDrawn="1"/>
        </p:nvCxnSpPr>
        <p:spPr>
          <a:xfrm flipV="1">
            <a:off x="11625263" y="-315300"/>
            <a:ext cx="0" cy="216024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Connecteur droit 5">
            <a:extLst>
              <a:ext uri="{FF2B5EF4-FFF2-40B4-BE49-F238E27FC236}">
                <a16:creationId xmlns:a16="http://schemas.microsoft.com/office/drawing/2014/main" id="{6F0D71C7-E788-D154-143E-0CD1C7D4AF9E}"/>
              </a:ext>
            </a:extLst>
          </p:cNvPr>
          <p:cNvCxnSpPr>
            <a:cxnSpLocks/>
          </p:cNvCxnSpPr>
          <p:nvPr userDrawn="1"/>
        </p:nvCxnSpPr>
        <p:spPr>
          <a:xfrm>
            <a:off x="-315300" y="584200"/>
            <a:ext cx="216024" cy="99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Connecteur droit 18">
            <a:extLst>
              <a:ext uri="{FF2B5EF4-FFF2-40B4-BE49-F238E27FC236}">
                <a16:creationId xmlns:a16="http://schemas.microsoft.com/office/drawing/2014/main" id="{9769CFF4-1AC7-1339-2F34-B2C59B56B494}"/>
              </a:ext>
            </a:extLst>
          </p:cNvPr>
          <p:cNvCxnSpPr>
            <a:cxnSpLocks/>
          </p:cNvCxnSpPr>
          <p:nvPr userDrawn="1"/>
        </p:nvCxnSpPr>
        <p:spPr>
          <a:xfrm>
            <a:off x="12291276" y="584200"/>
            <a:ext cx="216024" cy="99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956E28FB-4E92-3B69-259B-3F96B74D3A53}"/>
              </a:ext>
            </a:extLst>
          </p:cNvPr>
          <p:cNvSpPr txBox="1">
            <a:spLocks/>
          </p:cNvSpPr>
          <p:nvPr userDrawn="1"/>
        </p:nvSpPr>
        <p:spPr>
          <a:xfrm>
            <a:off x="4058816" y="6517862"/>
            <a:ext cx="3582955" cy="252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l" defTabSz="342901" rtl="0" eaLnBrk="1" fontAlgn="auto" latinLnBrk="0" hangingPunct="1">
              <a:spcBef>
                <a:spcPts val="0"/>
              </a:spcBef>
              <a:spcAft>
                <a:spcPts val="0"/>
              </a:spcAft>
              <a:defRPr lang="en-US" sz="10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6808" indent="-200852" algn="l" defTabSz="913614" rtl="0" fontAlgn="base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3614" indent="-401707" algn="l" defTabSz="913614" rtl="0" fontAlgn="base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0423" indent="-602558" algn="l" defTabSz="913614" rtl="0" fontAlgn="base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119" indent="-804302" algn="l" defTabSz="913614" rtl="0" fontAlgn="base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79772" algn="l" defTabSz="51190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35726" algn="l" defTabSz="51190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91681" algn="l" defTabSz="51190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047634" algn="l" defTabSz="51190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CA" b="0" noProof="0" dirty="0"/>
              <a:t>C2SIM </a:t>
            </a:r>
            <a:r>
              <a:rPr lang="en-US" b="0" noProof="0" dirty="0"/>
              <a:t>ASX June 2026 Status</a:t>
            </a:r>
            <a:endParaRPr lang="fr-CA" b="0" dirty="0"/>
          </a:p>
        </p:txBody>
      </p:sp>
    </p:spTree>
    <p:custDataLst>
      <p:tags r:id="rId5"/>
    </p:custDataLst>
    <p:extLst>
      <p:ext uri="{BB962C8B-B14F-4D97-AF65-F5344CB8AC3E}">
        <p14:creationId xmlns:p14="http://schemas.microsoft.com/office/powerpoint/2010/main" val="40212878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9" r:id="rId1"/>
    <p:sldLayoutId id="2147483798" r:id="rId2"/>
    <p:sldLayoutId id="2147484056" r:id="rId3"/>
  </p:sldLayoutIdLst>
  <p:transition spd="med">
    <p:fade/>
  </p:transition>
  <p:hf hdr="0" ftr="0" dt="0"/>
  <p:txStyles>
    <p:titleStyle>
      <a:lvl1pPr algn="l" defTabSz="612019" rtl="0" eaLnBrk="1" fontAlgn="base" hangingPunct="1">
        <a:lnSpc>
          <a:spcPct val="89000"/>
        </a:lnSpc>
        <a:spcBef>
          <a:spcPts val="0"/>
        </a:spcBef>
        <a:spcAft>
          <a:spcPts val="0"/>
        </a:spcAft>
        <a:defRPr lang="en-US" sz="3200" b="0" kern="1200" cap="none" baseline="0" dirty="0" smtClean="0">
          <a:solidFill>
            <a:schemeClr val="tx2"/>
          </a:solidFill>
          <a:latin typeface="+mj-lt"/>
          <a:ea typeface="+mn-ea"/>
          <a:cs typeface="+mn-cs"/>
        </a:defRPr>
      </a:lvl1pPr>
      <a:lvl2pPr algn="l" defTabSz="612019" rtl="0" eaLnBrk="1" fontAlgn="base" hangingPunct="1">
        <a:lnSpc>
          <a:spcPts val="1423"/>
        </a:lnSpc>
        <a:spcBef>
          <a:spcPct val="0"/>
        </a:spcBef>
        <a:spcAft>
          <a:spcPct val="0"/>
        </a:spcAft>
        <a:defRPr sz="1500">
          <a:solidFill>
            <a:srgbClr val="404040"/>
          </a:solidFill>
          <a:latin typeface="+mn-lt"/>
        </a:defRPr>
      </a:lvl2pPr>
      <a:lvl3pPr algn="l" defTabSz="612019" rtl="0" eaLnBrk="1" fontAlgn="base" hangingPunct="1">
        <a:lnSpc>
          <a:spcPts val="1423"/>
        </a:lnSpc>
        <a:spcBef>
          <a:spcPct val="0"/>
        </a:spcBef>
        <a:spcAft>
          <a:spcPct val="0"/>
        </a:spcAft>
        <a:defRPr sz="1500">
          <a:solidFill>
            <a:srgbClr val="404040"/>
          </a:solidFill>
          <a:latin typeface="+mn-lt"/>
        </a:defRPr>
      </a:lvl3pPr>
      <a:lvl4pPr algn="l" defTabSz="612019" rtl="0" eaLnBrk="1" fontAlgn="base" hangingPunct="1">
        <a:lnSpc>
          <a:spcPts val="1423"/>
        </a:lnSpc>
        <a:spcBef>
          <a:spcPct val="0"/>
        </a:spcBef>
        <a:spcAft>
          <a:spcPct val="0"/>
        </a:spcAft>
        <a:defRPr sz="1500">
          <a:solidFill>
            <a:srgbClr val="404040"/>
          </a:solidFill>
          <a:latin typeface="+mn-lt"/>
        </a:defRPr>
      </a:lvl4pPr>
      <a:lvl5pPr algn="l" defTabSz="612019" rtl="0" eaLnBrk="1" fontAlgn="base" hangingPunct="1">
        <a:lnSpc>
          <a:spcPts val="1423"/>
        </a:lnSpc>
        <a:spcBef>
          <a:spcPct val="0"/>
        </a:spcBef>
        <a:spcAft>
          <a:spcPct val="0"/>
        </a:spcAft>
        <a:defRPr sz="1500">
          <a:solidFill>
            <a:srgbClr val="404040"/>
          </a:solidFill>
          <a:latin typeface="+mn-lt"/>
        </a:defRPr>
      </a:lvl5pPr>
      <a:lvl6pPr marL="192846" algn="l" defTabSz="612019" rtl="0" eaLnBrk="1" fontAlgn="base" hangingPunct="1">
        <a:lnSpc>
          <a:spcPts val="1423"/>
        </a:lnSpc>
        <a:spcBef>
          <a:spcPct val="0"/>
        </a:spcBef>
        <a:spcAft>
          <a:spcPct val="0"/>
        </a:spcAft>
        <a:defRPr sz="1500">
          <a:solidFill>
            <a:srgbClr val="404040"/>
          </a:solidFill>
          <a:latin typeface="+mn-lt"/>
        </a:defRPr>
      </a:lvl6pPr>
      <a:lvl7pPr marL="385691" algn="l" defTabSz="612019" rtl="0" eaLnBrk="1" fontAlgn="base" hangingPunct="1">
        <a:lnSpc>
          <a:spcPts val="1423"/>
        </a:lnSpc>
        <a:spcBef>
          <a:spcPct val="0"/>
        </a:spcBef>
        <a:spcAft>
          <a:spcPct val="0"/>
        </a:spcAft>
        <a:defRPr sz="1500">
          <a:solidFill>
            <a:srgbClr val="404040"/>
          </a:solidFill>
          <a:latin typeface="+mn-lt"/>
        </a:defRPr>
      </a:lvl7pPr>
      <a:lvl8pPr marL="578537" algn="l" defTabSz="612019" rtl="0" eaLnBrk="1" fontAlgn="base" hangingPunct="1">
        <a:lnSpc>
          <a:spcPts val="1423"/>
        </a:lnSpc>
        <a:spcBef>
          <a:spcPct val="0"/>
        </a:spcBef>
        <a:spcAft>
          <a:spcPct val="0"/>
        </a:spcAft>
        <a:defRPr sz="1500">
          <a:solidFill>
            <a:srgbClr val="404040"/>
          </a:solidFill>
          <a:latin typeface="+mn-lt"/>
        </a:defRPr>
      </a:lvl8pPr>
      <a:lvl9pPr marL="771383" algn="l" defTabSz="612019" rtl="0" eaLnBrk="1" fontAlgn="base" hangingPunct="1">
        <a:lnSpc>
          <a:spcPts val="1423"/>
        </a:lnSpc>
        <a:spcBef>
          <a:spcPct val="0"/>
        </a:spcBef>
        <a:spcAft>
          <a:spcPct val="0"/>
        </a:spcAft>
        <a:defRPr sz="1500">
          <a:solidFill>
            <a:srgbClr val="404040"/>
          </a:solidFill>
          <a:latin typeface="+mn-lt"/>
        </a:defRPr>
      </a:lvl9pPr>
    </p:titleStyle>
    <p:bodyStyle>
      <a:lvl1pPr marL="0" indent="0" algn="l" defTabSz="612019" rtl="0" eaLnBrk="1" fontAlgn="base" hangingPunct="1">
        <a:spcBef>
          <a:spcPts val="1400"/>
        </a:spcBef>
        <a:spcAft>
          <a:spcPts val="0"/>
        </a:spcAft>
        <a:buClrTx/>
        <a:buFont typeface="Arial" panose="020B0604020202020204" pitchFamily="34" charset="0"/>
        <a:buChar char="​"/>
        <a:defRPr lang="en-US" sz="2200" b="0" kern="1200" dirty="0">
          <a:solidFill>
            <a:schemeClr val="tx2"/>
          </a:solidFill>
          <a:latin typeface="+mn-lt"/>
          <a:ea typeface="+mn-ea"/>
          <a:cs typeface="+mn-cs"/>
        </a:defRPr>
      </a:lvl1pPr>
      <a:lvl2pPr marL="234000" indent="-216000" algn="l" defTabSz="612019" rtl="0" eaLnBrk="1" fontAlgn="base" hangingPunct="1">
        <a:spcBef>
          <a:spcPts val="800"/>
        </a:spcBef>
        <a:spcAft>
          <a:spcPts val="0"/>
        </a:spcAft>
        <a:buClr>
          <a:schemeClr val="tx2"/>
        </a:buClr>
        <a:buFont typeface="Wingdings" panose="05000000000000000000" pitchFamily="2" charset="2"/>
        <a:buChar char="§"/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428400" indent="-180000" algn="l" defTabSz="612019" rtl="0" eaLnBrk="1" fontAlgn="base" hangingPunct="1">
        <a:spcBef>
          <a:spcPts val="400"/>
        </a:spcBef>
        <a:spcAft>
          <a:spcPts val="0"/>
        </a:spcAft>
        <a:buClr>
          <a:schemeClr val="accent3"/>
        </a:buClr>
        <a:buFont typeface="Wingdings" panose="05000000000000000000" pitchFamily="2" charset="2"/>
        <a:buChar char="§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583200" indent="-144000" algn="l" defTabSz="612019" rtl="0" eaLnBrk="1" fontAlgn="base" hangingPunct="1">
        <a:spcBef>
          <a:spcPts val="200"/>
        </a:spcBef>
        <a:spcAft>
          <a:spcPts val="0"/>
        </a:spcAft>
        <a:buClr>
          <a:schemeClr val="accent3"/>
        </a:buClr>
        <a:buFont typeface="Wingdings" panose="05000000000000000000" pitchFamily="2" charset="2"/>
        <a:buChar char="§"/>
        <a:defRPr sz="1600" kern="1200">
          <a:solidFill>
            <a:schemeClr val="tx2"/>
          </a:solidFill>
          <a:latin typeface="+mn-lt"/>
          <a:ea typeface="+mn-ea"/>
          <a:cs typeface="+mn-cs"/>
        </a:defRPr>
      </a:lvl4pPr>
      <a:lvl5pPr marL="414000" indent="-414000" algn="l" defTabSz="612019" rtl="0" eaLnBrk="1" fontAlgn="base" hangingPunct="1">
        <a:spcBef>
          <a:spcPts val="1000"/>
        </a:spcBef>
        <a:spcAft>
          <a:spcPts val="0"/>
        </a:spcAft>
        <a:buClr>
          <a:schemeClr val="tx2"/>
        </a:buClr>
        <a:buFont typeface="+mj-lt"/>
        <a:buAutoNum type="arabicPeriod"/>
        <a:defRPr sz="2000" kern="1200">
          <a:solidFill>
            <a:schemeClr val="tx2"/>
          </a:solidFill>
          <a:latin typeface="+mn-lt"/>
          <a:ea typeface="+mn-ea"/>
          <a:cs typeface="+mn-cs"/>
        </a:defRPr>
      </a:lvl5pPr>
      <a:lvl6pPr marL="720000" indent="-288000" algn="l" defTabSz="612212" rtl="0" eaLnBrk="1" latinLnBrk="0" hangingPunct="1">
        <a:spcBef>
          <a:spcPts val="400"/>
        </a:spcBef>
        <a:buClr>
          <a:schemeClr val="tx2"/>
        </a:buClr>
        <a:buFont typeface="+mj-lt"/>
        <a:buAutoNum type="alphaLcPeriod"/>
        <a:defRPr sz="1800" kern="1200">
          <a:solidFill>
            <a:schemeClr val="tx2"/>
          </a:solidFill>
          <a:latin typeface="+mn-lt"/>
          <a:ea typeface="+mn-ea"/>
          <a:cs typeface="+mn-cs"/>
        </a:defRPr>
      </a:lvl6pPr>
      <a:lvl7pPr marL="0" indent="0" algn="l" defTabSz="612212" rtl="0" eaLnBrk="1" latinLnBrk="0" hangingPunct="1">
        <a:spcBef>
          <a:spcPts val="1400"/>
        </a:spcBef>
        <a:buFont typeface="Arial" panose="020B0604020202020204" pitchFamily="34" charset="0"/>
        <a:buChar char="​"/>
        <a:defRPr sz="2200" b="1" kern="1200">
          <a:solidFill>
            <a:schemeClr val="accent2"/>
          </a:solidFill>
          <a:latin typeface="+mn-lt"/>
          <a:ea typeface="+mn-ea"/>
          <a:cs typeface="+mn-cs"/>
        </a:defRPr>
      </a:lvl7pPr>
      <a:lvl8pPr marL="2295794" indent="-153053" algn="l" defTabSz="612212" rtl="0" eaLnBrk="1" latinLnBrk="0" hangingPunct="1">
        <a:spcBef>
          <a:spcPct val="20000"/>
        </a:spcBef>
        <a:buFont typeface="Arial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601901" indent="-153053" algn="l" defTabSz="612212" rtl="0" eaLnBrk="1" latinLnBrk="0" hangingPunct="1">
        <a:spcBef>
          <a:spcPct val="20000"/>
        </a:spcBef>
        <a:buFont typeface="Arial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12212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6107" algn="l" defTabSz="612212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12212" algn="l" defTabSz="612212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8318" algn="l" defTabSz="612212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24424" algn="l" defTabSz="612212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30531" algn="l" defTabSz="612212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36637" algn="l" defTabSz="612212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42742" algn="l" defTabSz="612212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48848" algn="l" defTabSz="612212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795">
          <p15:clr>
            <a:srgbClr val="F26B43"/>
          </p15:clr>
        </p15:guide>
        <p15:guide id="4" orient="horz" pos="3952">
          <p15:clr>
            <a:srgbClr val="F26B43"/>
          </p15:clr>
        </p15:guide>
        <p15:guide id="5" pos="347">
          <p15:clr>
            <a:srgbClr val="F26B43"/>
          </p15:clr>
        </p15:guide>
        <p15:guide id="6" pos="7333">
          <p15:clr>
            <a:srgbClr val="F26B43"/>
          </p15:clr>
        </p15:guide>
        <p15:guide id="7" orient="horz" pos="640">
          <p15:clr>
            <a:srgbClr val="F26B43"/>
          </p15:clr>
        </p15:guide>
        <p15:guide id="8" pos="6902">
          <p15:clr>
            <a:srgbClr val="F26B43"/>
          </p15:clr>
        </p15:guide>
        <p15:guide id="9" pos="6040">
          <p15:clr>
            <a:srgbClr val="F26B43"/>
          </p15:clr>
        </p15:guide>
        <p15:guide id="10" pos="6471">
          <p15:clr>
            <a:srgbClr val="F26B43"/>
          </p15:clr>
        </p15:guide>
        <p15:guide id="11" pos="5609">
          <p15:clr>
            <a:srgbClr val="F26B43"/>
          </p15:clr>
        </p15:guide>
        <p15:guide id="12" pos="5178">
          <p15:clr>
            <a:srgbClr val="F26B43"/>
          </p15:clr>
        </p15:guide>
        <p15:guide id="13" pos="4747">
          <p15:clr>
            <a:srgbClr val="F26B43"/>
          </p15:clr>
        </p15:guide>
        <p15:guide id="14" pos="3885">
          <p15:clr>
            <a:srgbClr val="F26B43"/>
          </p15:clr>
        </p15:guide>
        <p15:guide id="15" pos="4316">
          <p15:clr>
            <a:srgbClr val="F26B43"/>
          </p15:clr>
        </p15:guide>
        <p15:guide id="16" pos="3364">
          <p15:clr>
            <a:srgbClr val="F26B43"/>
          </p15:clr>
        </p15:guide>
        <p15:guide id="17" pos="2933">
          <p15:clr>
            <a:srgbClr val="F26B43"/>
          </p15:clr>
        </p15:guide>
        <p15:guide id="18" pos="2502">
          <p15:clr>
            <a:srgbClr val="F26B43"/>
          </p15:clr>
        </p15:guide>
        <p15:guide id="19" pos="2071">
          <p15:clr>
            <a:srgbClr val="F26B43"/>
          </p15:clr>
        </p15:guide>
        <p15:guide id="20" pos="1640">
          <p15:clr>
            <a:srgbClr val="F26B43"/>
          </p15:clr>
        </p15:guide>
        <p15:guide id="21" pos="1209">
          <p15:clr>
            <a:srgbClr val="F26B43"/>
          </p15:clr>
        </p15:guide>
        <p15:guide id="22" pos="778">
          <p15:clr>
            <a:srgbClr val="F26B43"/>
          </p15:clr>
        </p15:guide>
        <p15:guide id="23" orient="horz" pos="368">
          <p15:clr>
            <a:srgbClr val="F26B43"/>
          </p15:clr>
        </p15:guide>
        <p15:guide id="24" orient="horz" pos="913">
          <p15:clr>
            <a:srgbClr val="F26B43"/>
          </p15:clr>
        </p15:guide>
        <p15:guide id="25" orient="horz" pos="1185">
          <p15:clr>
            <a:srgbClr val="F26B43"/>
          </p15:clr>
        </p15:guide>
        <p15:guide id="26" orient="horz" pos="1457">
          <p15:clr>
            <a:srgbClr val="F26B43"/>
          </p15:clr>
        </p15:guide>
        <p15:guide id="27" orient="horz" pos="1729">
          <p15:clr>
            <a:srgbClr val="F26B43"/>
          </p15:clr>
        </p15:guide>
        <p15:guide id="28" orient="horz" pos="2001">
          <p15:clr>
            <a:srgbClr val="F26B43"/>
          </p15:clr>
        </p15:guide>
        <p15:guide id="29" orient="horz" pos="2319">
          <p15:clr>
            <a:srgbClr val="F26B43"/>
          </p15:clr>
        </p15:guide>
        <p15:guide id="30" orient="horz" pos="2863">
          <p15:clr>
            <a:srgbClr val="F26B43"/>
          </p15:clr>
        </p15:guide>
        <p15:guide id="31" orient="horz" pos="3135">
          <p15:clr>
            <a:srgbClr val="F26B43"/>
          </p15:clr>
        </p15:guide>
        <p15:guide id="32" orient="horz" pos="3407">
          <p15:clr>
            <a:srgbClr val="F26B43"/>
          </p15:clr>
        </p15:guide>
        <p15:guide id="33" orient="horz" pos="3680">
          <p15:clr>
            <a:srgbClr val="F26B43"/>
          </p15:clr>
        </p15:guide>
        <p15:guide id="35" orient="horz" pos="2591">
          <p15:clr>
            <a:srgbClr val="F26B43"/>
          </p15:clr>
        </p15:guide>
        <p15:guide id="36" orient="horz" pos="216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B3DC71E-A752-61DD-4996-3C8B63F26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C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2DB491-69B4-5A7C-4AB1-1614DD08CB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4"/>
            <a:endParaRPr lang="en-CA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42E02F-17C1-5808-9236-66DD1393EA0D}"/>
              </a:ext>
            </a:extLst>
          </p:cNvPr>
          <p:cNvSpPr txBox="1"/>
          <p:nvPr userDrawn="1"/>
        </p:nvSpPr>
        <p:spPr>
          <a:xfrm>
            <a:off x="4670400" y="6311900"/>
            <a:ext cx="35973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600" b="0" noProof="0" dirty="0"/>
              <a:t>C2SIM </a:t>
            </a:r>
            <a:r>
              <a:rPr lang="en-US" sz="1600" b="0" noProof="0" dirty="0"/>
              <a:t>ASX June 2026 Status</a:t>
            </a:r>
            <a:endParaRPr lang="fr-CA" sz="1600" b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2E3DB0-88DA-15AC-46A1-D0477EDBE912}"/>
              </a:ext>
            </a:extLst>
          </p:cNvPr>
          <p:cNvSpPr txBox="1"/>
          <p:nvPr userDrawn="1"/>
        </p:nvSpPr>
        <p:spPr>
          <a:xfrm>
            <a:off x="838200" y="6323598"/>
            <a:ext cx="8812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361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43A35E5-31F2-402C-8CA1-4B5E4AF19C5A}" type="slidenum">
              <a:rPr lang="en-CA" sz="1600" smtClean="0"/>
              <a:pPr marL="0" marR="0" lvl="0" indent="0" algn="l" defTabSz="913614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CA" sz="1600" dirty="0"/>
          </a:p>
        </p:txBody>
      </p:sp>
    </p:spTree>
    <p:extLst>
      <p:ext uri="{BB962C8B-B14F-4D97-AF65-F5344CB8AC3E}">
        <p14:creationId xmlns:p14="http://schemas.microsoft.com/office/powerpoint/2010/main" val="19401086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70" r:id="rId1"/>
    <p:sldLayoutId id="2147484071" r:id="rId2"/>
    <p:sldLayoutId id="2147484072" r:id="rId3"/>
    <p:sldLayoutId id="2147484073" r:id="rId4"/>
    <p:sldLayoutId id="2147484074" r:id="rId5"/>
    <p:sldLayoutId id="2147484075" r:id="rId6"/>
    <p:sldLayoutId id="2147484076" r:id="rId7"/>
    <p:sldLayoutId id="2147484077" r:id="rId8"/>
    <p:sldLayoutId id="2147484078" r:id="rId9"/>
    <p:sldLayoutId id="2147484079" r:id="rId10"/>
    <p:sldLayoutId id="214748408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Red Hat Display Light" panose="02010303040201060303" pitchFamily="2" charset="0"/>
          <a:ea typeface="Red Hat Display Light" panose="02010303040201060303" pitchFamily="2" charset="0"/>
          <a:cs typeface="Red Hat Display Light" panose="02010303040201060303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Red Hat Display" panose="02010303040201060303" pitchFamily="2" charset="0"/>
          <a:ea typeface="Red Hat Display" panose="02010303040201060303" pitchFamily="2" charset="0"/>
          <a:cs typeface="Red Hat Display" panose="02010303040201060303" pitchFamily="2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Red Hat Display" panose="02010303040201060303" pitchFamily="2" charset="0"/>
          <a:ea typeface="Red Hat Display" panose="02010303040201060303" pitchFamily="2" charset="0"/>
          <a:cs typeface="Red Hat Display" panose="02010303040201060303" pitchFamily="2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Red Hat Display" panose="02010303040201060303" pitchFamily="2" charset="0"/>
          <a:ea typeface="Red Hat Display" panose="02010303040201060303" pitchFamily="2" charset="0"/>
          <a:cs typeface="Red Hat Display" panose="02010303040201060303" pitchFamily="2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Red Hat Display" panose="02010303040201060303" pitchFamily="2" charset="0"/>
          <a:ea typeface="Red Hat Display" panose="02010303040201060303" pitchFamily="2" charset="0"/>
          <a:cs typeface="Red Hat Display" panose="02010303040201060303" pitchFamily="2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Red Hat Display" panose="02010303040201060303" pitchFamily="2" charset="0"/>
          <a:ea typeface="Red Hat Display" panose="02010303040201060303" pitchFamily="2" charset="0"/>
          <a:cs typeface="Red Hat Display" panose="02010303040201060303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mp"/><Relationship Id="rId2" Type="http://schemas.openxmlformats.org/officeDocument/2006/relationships/image" Target="../media/image3.tmp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tmp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B880D755-0639-D1CE-8B23-3D420E392C12}"/>
              </a:ext>
            </a:extLst>
          </p:cNvPr>
          <p:cNvGrpSpPr/>
          <p:nvPr/>
        </p:nvGrpSpPr>
        <p:grpSpPr>
          <a:xfrm>
            <a:off x="609096" y="1663311"/>
            <a:ext cx="8469672" cy="3644428"/>
            <a:chOff x="790467" y="544276"/>
            <a:chExt cx="8469672" cy="3644428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6749BA1-5E89-057E-BEBC-2AA865BFD04F}"/>
                </a:ext>
              </a:extLst>
            </p:cNvPr>
            <p:cNvSpPr txBox="1"/>
            <p:nvPr/>
          </p:nvSpPr>
          <p:spPr>
            <a:xfrm>
              <a:off x="790467" y="3543143"/>
              <a:ext cx="6231542" cy="645561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dirty="0">
                  <a:solidFill>
                    <a:schemeClr val="bg1"/>
                  </a:solidFill>
                  <a:ea typeface="Montserrat Medium" charset="0"/>
                  <a:cs typeface="Montserrat Medium" charset="0"/>
                </a:rPr>
                <a:t>E. Hosang (CAE) </a:t>
              </a:r>
            </a:p>
            <a:p>
              <a:pPr>
                <a:lnSpc>
                  <a:spcPct val="120000"/>
                </a:lnSpc>
              </a:pPr>
              <a:r>
                <a:rPr lang="en-US" dirty="0">
                  <a:solidFill>
                    <a:schemeClr val="bg1"/>
                  </a:solidFill>
                  <a:ea typeface="Montserrat Medium" charset="0"/>
                  <a:cs typeface="Montserrat Medium" charset="0"/>
                </a:rPr>
                <a:t>June 2026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83C8E09-94F3-EC16-B78D-0EC7330B352D}"/>
                </a:ext>
              </a:extLst>
            </p:cNvPr>
            <p:cNvSpPr txBox="1"/>
            <p:nvPr/>
          </p:nvSpPr>
          <p:spPr>
            <a:xfrm>
              <a:off x="860042" y="544276"/>
              <a:ext cx="8400097" cy="69018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sz="5400" b="1" dirty="0">
                  <a:solidFill>
                    <a:schemeClr val="bg1"/>
                  </a:solidFill>
                  <a:ea typeface="Bebas Neue" charset="0"/>
                  <a:cs typeface="Bebas Neue" charset="0"/>
                </a:rPr>
                <a:t>ASX Status Update</a:t>
              </a:r>
            </a:p>
          </p:txBody>
        </p:sp>
      </p:grp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34917C6-569B-543B-D232-2D53314B63FB}"/>
              </a:ext>
            </a:extLst>
          </p:cNvPr>
          <p:cNvCxnSpPr>
            <a:cxnSpLocks/>
          </p:cNvCxnSpPr>
          <p:nvPr/>
        </p:nvCxnSpPr>
        <p:spPr>
          <a:xfrm>
            <a:off x="0" y="4452691"/>
            <a:ext cx="7535863" cy="0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7310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94350-BD87-F6A9-CD98-57AB5AE5C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 to date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E02E5F-DC37-235A-F436-53FF432D15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Collection of Use Cases.</a:t>
            </a:r>
          </a:p>
          <a:p>
            <a:pPr lvl="1"/>
            <a:r>
              <a:rPr lang="en-US" dirty="0"/>
              <a:t>Mostly complete, but new use cases are being found as drones are deployed in conflicts.</a:t>
            </a:r>
          </a:p>
          <a:p>
            <a:r>
              <a:rPr lang="en-US" dirty="0"/>
              <a:t>Survey of IEEE Robotics standards and associated models.</a:t>
            </a:r>
          </a:p>
          <a:p>
            <a:pPr lvl="1"/>
            <a:r>
              <a:rPr lang="en-US" dirty="0"/>
              <a:t>Complete</a:t>
            </a:r>
          </a:p>
          <a:p>
            <a:r>
              <a:rPr lang="en-US" dirty="0"/>
              <a:t>Use Case document – breaks down use cases to entities and messages (Initialization, Orders, Reports).</a:t>
            </a:r>
          </a:p>
          <a:p>
            <a:pPr lvl="1"/>
            <a:r>
              <a:rPr lang="en-US" dirty="0"/>
              <a:t>Complete for now – further effort offers diminishing returns.</a:t>
            </a:r>
          </a:p>
          <a:p>
            <a:r>
              <a:rPr lang="en-US" dirty="0"/>
              <a:t>Message definition spreadsheets – taking messages from Use Case document and defining them using C2SIM entities.</a:t>
            </a:r>
          </a:p>
          <a:p>
            <a:pPr lvl="1"/>
            <a:r>
              <a:rPr lang="en-US" dirty="0"/>
              <a:t>Ongoing</a:t>
            </a:r>
          </a:p>
          <a:p>
            <a:r>
              <a:rPr lang="en-US" dirty="0"/>
              <a:t>Start of OWL model based on concepts from standards.</a:t>
            </a:r>
          </a:p>
        </p:txBody>
      </p:sp>
    </p:spTree>
    <p:extLst>
      <p:ext uri="{BB962C8B-B14F-4D97-AF65-F5344CB8AC3E}">
        <p14:creationId xmlns:p14="http://schemas.microsoft.com/office/powerpoint/2010/main" val="17062418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526E4-3056-47ED-70DF-E04EC9FC3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Going forward 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853C58-4A07-0B04-97B5-EBF5BD3A25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Work Breakdown Structure defined to get from here to having something for balloting.</a:t>
            </a:r>
          </a:p>
          <a:p>
            <a:pPr lvl="1"/>
            <a:r>
              <a:rPr lang="en-US" dirty="0"/>
              <a:t>Created using Microsoft Project, but exported to Excel spreadsheet.</a:t>
            </a:r>
          </a:p>
          <a:p>
            <a:pPr lvl="1"/>
            <a:r>
              <a:rPr lang="en-US" dirty="0"/>
              <a:t>Can be created as PDF if needed.</a:t>
            </a:r>
          </a:p>
          <a:p>
            <a:r>
              <a:rPr lang="en-US" dirty="0"/>
              <a:t>Note: WBS and all related items can be found in GitHub repository under Proposed Extension Working Materials.</a:t>
            </a:r>
          </a:p>
          <a:p>
            <a:r>
              <a:rPr lang="en-US" dirty="0"/>
              <a:t>See next slide</a:t>
            </a:r>
            <a:endParaRPr lang="en-CA" i="1" dirty="0"/>
          </a:p>
        </p:txBody>
      </p:sp>
    </p:spTree>
    <p:extLst>
      <p:ext uri="{BB962C8B-B14F-4D97-AF65-F5344CB8AC3E}">
        <p14:creationId xmlns:p14="http://schemas.microsoft.com/office/powerpoint/2010/main" val="21084018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7E3901D-5929-D0E0-C6EB-81C1FF74DB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991" y="1058704"/>
            <a:ext cx="3500615" cy="474059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13CE56A-23E9-861B-1C4C-16C4C99F15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4489" y="748649"/>
            <a:ext cx="3208298" cy="402370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09F265F-75E8-C11E-A232-EAB80DC9635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6395" y="3139833"/>
            <a:ext cx="3223539" cy="2979678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53161C4-0CF1-73E1-91F9-08D35C2B0403}"/>
              </a:ext>
            </a:extLst>
          </p:cNvPr>
          <p:cNvCxnSpPr/>
          <p:nvPr/>
        </p:nvCxnSpPr>
        <p:spPr>
          <a:xfrm flipV="1">
            <a:off x="4115606" y="863600"/>
            <a:ext cx="1340314" cy="1971040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3D93646-E236-302A-9B05-3A128C2A9B07}"/>
              </a:ext>
            </a:extLst>
          </p:cNvPr>
          <p:cNvCxnSpPr/>
          <p:nvPr/>
        </p:nvCxnSpPr>
        <p:spPr>
          <a:xfrm>
            <a:off x="4023360" y="3566160"/>
            <a:ext cx="4704080" cy="1656080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C692BA9-229F-7395-7BB2-9C8D337BAF26}"/>
              </a:ext>
            </a:extLst>
          </p:cNvPr>
          <p:cNvCxnSpPr/>
          <p:nvPr/>
        </p:nvCxnSpPr>
        <p:spPr>
          <a:xfrm flipV="1">
            <a:off x="4115606" y="1058704"/>
            <a:ext cx="1533354" cy="2081129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4192FDC-F76B-71D4-33EB-7CC5315B20A4}"/>
              </a:ext>
            </a:extLst>
          </p:cNvPr>
          <p:cNvCxnSpPr/>
          <p:nvPr/>
        </p:nvCxnSpPr>
        <p:spPr>
          <a:xfrm flipV="1">
            <a:off x="4023360" y="2468880"/>
            <a:ext cx="1544320" cy="843280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68410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A5FDA-7D00-7FF7-B6FD-CCC79E160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 Explanation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5718CE-8F90-D005-707A-D400DCA959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From use case breakdown, key concepts were identified.</a:t>
            </a:r>
          </a:p>
          <a:p>
            <a:r>
              <a:rPr lang="en-US" dirty="0"/>
              <a:t>They have been captured in a spreadsheet.</a:t>
            </a:r>
          </a:p>
          <a:p>
            <a:r>
              <a:rPr lang="en-US" dirty="0"/>
              <a:t>Next step is to identify parent classes/types in existing C2SIM standards.</a:t>
            </a:r>
          </a:p>
          <a:p>
            <a:r>
              <a:rPr lang="en-US" dirty="0"/>
              <a:t>In parallel they can be used in the OWL capture of the ontology.</a:t>
            </a:r>
          </a:p>
          <a:p>
            <a:r>
              <a:rPr lang="en-US" dirty="0"/>
              <a:t>Once the standard is created, the messages from the use case documents can be 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2016442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750A2-3E5B-1E3C-1338-CB5675A07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 of Robotics Concepts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FEA48E-414A-F26A-226B-047B078C55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 we want to add entities that capture concepts from Robotics standards to the ASX model?</a:t>
            </a:r>
          </a:p>
          <a:p>
            <a:r>
              <a:rPr lang="en-CA" dirty="0">
                <a:solidFill>
                  <a:schemeClr val="accent1"/>
                </a:solidFill>
              </a:rPr>
              <a:t>Sensor</a:t>
            </a:r>
            <a:r>
              <a:rPr lang="en-CA" dirty="0"/>
              <a:t> </a:t>
            </a:r>
            <a:r>
              <a:rPr lang="de-DE" dirty="0"/>
              <a:t>⊑ </a:t>
            </a:r>
            <a:r>
              <a:rPr lang="de-DE" dirty="0" err="1">
                <a:solidFill>
                  <a:schemeClr val="accent1"/>
                </a:solidFill>
              </a:rPr>
              <a:t>ElectricDevice</a:t>
            </a:r>
            <a:endParaRPr lang="de-DE" dirty="0">
              <a:solidFill>
                <a:schemeClr val="accent1"/>
              </a:solidFill>
            </a:endParaRPr>
          </a:p>
          <a:p>
            <a:r>
              <a:rPr lang="de-DE" dirty="0" err="1">
                <a:solidFill>
                  <a:schemeClr val="accent1"/>
                </a:solidFill>
              </a:rPr>
              <a:t>Actuator</a:t>
            </a:r>
            <a:r>
              <a:rPr lang="de-DE" dirty="0">
                <a:solidFill>
                  <a:schemeClr val="accent1"/>
                </a:solidFill>
              </a:rPr>
              <a:t> </a:t>
            </a:r>
            <a:r>
              <a:rPr lang="de-DE" dirty="0"/>
              <a:t>⊑ </a:t>
            </a:r>
            <a:r>
              <a:rPr lang="de-DE" dirty="0" err="1">
                <a:solidFill>
                  <a:schemeClr val="accent1"/>
                </a:solidFill>
              </a:rPr>
              <a:t>ElectricDevice</a:t>
            </a:r>
            <a:endParaRPr lang="de-DE" dirty="0">
              <a:solidFill>
                <a:schemeClr val="accent1"/>
              </a:solidFill>
            </a:endParaRPr>
          </a:p>
          <a:p>
            <a:r>
              <a:rPr lang="de-DE" dirty="0">
                <a:solidFill>
                  <a:schemeClr val="accent1"/>
                </a:solidFill>
              </a:rPr>
              <a:t>Swarm </a:t>
            </a:r>
            <a:r>
              <a:rPr lang="de-DE" dirty="0"/>
              <a:t>⊑ </a:t>
            </a:r>
            <a:r>
              <a:rPr lang="de-DE" dirty="0" err="1">
                <a:solidFill>
                  <a:schemeClr val="accent1"/>
                </a:solidFill>
              </a:rPr>
              <a:t>CollectiveRoboticSystem</a:t>
            </a:r>
            <a:endParaRPr lang="de-DE" dirty="0">
              <a:solidFill>
                <a:schemeClr val="accent1"/>
              </a:solidFill>
            </a:endParaRPr>
          </a:p>
          <a:p>
            <a:r>
              <a:rPr lang="de-DE" dirty="0">
                <a:solidFill>
                  <a:schemeClr val="accent1"/>
                </a:solidFill>
              </a:rPr>
              <a:t>UAV </a:t>
            </a:r>
            <a:r>
              <a:rPr lang="de-DE" dirty="0"/>
              <a:t>⊑ </a:t>
            </a:r>
            <a:r>
              <a:rPr lang="de-DE" dirty="0">
                <a:solidFill>
                  <a:schemeClr val="accent1"/>
                </a:solidFill>
              </a:rPr>
              <a:t>Robot</a:t>
            </a:r>
          </a:p>
          <a:p>
            <a:r>
              <a:rPr lang="de-DE" dirty="0">
                <a:solidFill>
                  <a:schemeClr val="accent1"/>
                </a:solidFill>
              </a:rPr>
              <a:t>UGV </a:t>
            </a:r>
            <a:r>
              <a:rPr lang="de-DE" dirty="0"/>
              <a:t>⊑ </a:t>
            </a:r>
            <a:r>
              <a:rPr lang="de-DE" dirty="0">
                <a:solidFill>
                  <a:schemeClr val="accent1"/>
                </a:solidFill>
              </a:rPr>
              <a:t>Robot</a:t>
            </a:r>
          </a:p>
          <a:p>
            <a:r>
              <a:rPr lang="de-DE">
                <a:solidFill>
                  <a:schemeClr val="accent1"/>
                </a:solidFill>
              </a:rPr>
              <a:t>Sensors  </a:t>
            </a:r>
            <a:r>
              <a:rPr lang="de-DE"/>
              <a:t>⊑ </a:t>
            </a:r>
            <a:r>
              <a:rPr lang="de-DE">
                <a:solidFill>
                  <a:schemeClr val="accent1"/>
                </a:solidFill>
              </a:rPr>
              <a:t> </a:t>
            </a:r>
            <a:r>
              <a:rPr lang="de-DE" dirty="0">
                <a:solidFill>
                  <a:schemeClr val="accent1"/>
                </a:solidFill>
              </a:rPr>
              <a:t>Robot Part </a:t>
            </a:r>
          </a:p>
        </p:txBody>
      </p:sp>
    </p:spTree>
    <p:extLst>
      <p:ext uri="{BB962C8B-B14F-4D97-AF65-F5344CB8AC3E}">
        <p14:creationId xmlns:p14="http://schemas.microsoft.com/office/powerpoint/2010/main" val="37028197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683C8E09-94F3-EC16-B78D-0EC7330B352D}"/>
              </a:ext>
            </a:extLst>
          </p:cNvPr>
          <p:cNvSpPr txBox="1"/>
          <p:nvPr/>
        </p:nvSpPr>
        <p:spPr>
          <a:xfrm>
            <a:off x="579279" y="2438563"/>
            <a:ext cx="8400097" cy="8435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sz="6600" b="1">
                <a:solidFill>
                  <a:schemeClr val="bg1"/>
                </a:solidFill>
                <a:ea typeface="Bebas Neue" charset="0"/>
                <a:cs typeface="Bebas Neue" charset="0"/>
              </a:rPr>
              <a:t>Thank you!</a:t>
            </a:r>
          </a:p>
        </p:txBody>
      </p:sp>
      <p:pic>
        <p:nvPicPr>
          <p:cNvPr id="14" name="Picture 13" descr="A black and white logo&#10;&#10;Description automatically generated with low confidence">
            <a:extLst>
              <a:ext uri="{FF2B5EF4-FFF2-40B4-BE49-F238E27FC236}">
                <a16:creationId xmlns:a16="http://schemas.microsoft.com/office/drawing/2014/main" id="{076E4E16-88AC-6A50-5A4F-C0764FA74C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7942" y="6273800"/>
            <a:ext cx="976261" cy="566943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34917C6-569B-543B-D232-2D53314B63FB}"/>
              </a:ext>
            </a:extLst>
          </p:cNvPr>
          <p:cNvCxnSpPr>
            <a:cxnSpLocks/>
          </p:cNvCxnSpPr>
          <p:nvPr/>
        </p:nvCxnSpPr>
        <p:spPr>
          <a:xfrm>
            <a:off x="0" y="3428960"/>
            <a:ext cx="7535863" cy="0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7328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DESIGN_ID_GABARIT CAE 16/9 JUIN 2022 PAR PREZEXPERT" val="N3sKuFEn"/>
  <p:tag name="ARTICULATE_SLIDE_COUNT" val="6"/>
  <p:tag name="ARTICULATE_SLIDE_THUMBNAIL_REFRESH" val="1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Default Layout 1">
  <a:themeElements>
    <a:clrScheme name="CAE">
      <a:dk1>
        <a:srgbClr val="000000"/>
      </a:dk1>
      <a:lt1>
        <a:srgbClr val="FFFFFF"/>
      </a:lt1>
      <a:dk2>
        <a:srgbClr val="06103D"/>
      </a:dk2>
      <a:lt2>
        <a:srgbClr val="E3E3E3"/>
      </a:lt2>
      <a:accent1>
        <a:srgbClr val="06103D"/>
      </a:accent1>
      <a:accent2>
        <a:srgbClr val="2969F2"/>
      </a:accent2>
      <a:accent3>
        <a:srgbClr val="777777"/>
      </a:accent3>
      <a:accent4>
        <a:srgbClr val="ADADAD"/>
      </a:accent4>
      <a:accent5>
        <a:srgbClr val="E3E3E3"/>
      </a:accent5>
      <a:accent6>
        <a:srgbClr val="B4F62A"/>
      </a:accent6>
      <a:hlink>
        <a:srgbClr val="06103D"/>
      </a:hlink>
      <a:folHlink>
        <a:srgbClr val="777777"/>
      </a:folHlink>
    </a:clrScheme>
    <a:fontScheme name="RedHat">
      <a:majorFont>
        <a:latin typeface="Red Hat Display Light"/>
        <a:ea typeface="Helvetica"/>
        <a:cs typeface="Helvetica"/>
      </a:majorFont>
      <a:minorFont>
        <a:latin typeface="Red Hat Display"/>
        <a:ea typeface="Avenir Roman"/>
        <a:cs typeface="Avenir Roma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</a:ln>
      </a:spPr>
      <a:bodyPr lIns="144000" tIns="72000" rIns="144000" bIns="72000" rtlCol="0" anchor="ctr"/>
      <a:lstStyle>
        <a:defPPr algn="ctr">
          <a:spcBef>
            <a:spcPts val="800"/>
          </a:spcBef>
          <a:defRPr sz="1600" b="1" dirty="0" smtClean="0">
            <a:solidFill>
              <a:schemeClr val="bg1"/>
            </a:solidFill>
            <a:latin typeface="+mj-lt"/>
          </a:defRPr>
        </a:defPPr>
      </a:lstStyle>
    </a:spDef>
    <a:lnDef>
      <a:spPr>
        <a:ln w="1905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noAutofit/>
      </a:bodyPr>
      <a:lstStyle>
        <a:defPPr algn="l">
          <a:defRPr sz="1800" dirty="0" err="1" smtClean="0">
            <a:effectLst/>
            <a:ea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  <a:custClrLst>
    <a:custClr name="Yellow">
      <a:srgbClr val="F59B40"/>
    </a:custClr>
    <a:custClr name="Orange">
      <a:srgbClr val="F55C38"/>
    </a:custClr>
    <a:custClr name="Teal">
      <a:srgbClr val="1ED4B2"/>
    </a:custClr>
    <a:custClr name="Turqoise">
      <a:srgbClr val="31C6DE"/>
    </a:custClr>
    <a:custClr name="Indigo">
      <a:srgbClr val="4C41BB"/>
    </a:custClr>
    <a:custClr name="Pink">
      <a:srgbClr val="E23E90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Dashboard - Red">
      <a:srgbClr val="FF0000"/>
    </a:custClr>
    <a:custClr name="Dashboard - Yellow">
      <a:srgbClr val="FFFF00"/>
    </a:custClr>
    <a:custClr name="Dashboard - Green">
      <a:srgbClr val="00B050"/>
    </a:custClr>
  </a:custClrLst>
  <a:extLst>
    <a:ext uri="{05A4C25C-085E-4340-85A3-A5531E510DB2}">
      <thm15:themeFamily xmlns:thm15="http://schemas.microsoft.com/office/thememl/2012/main" name="CAE 16_9 ENG NEW" id="{38154DC4-D6D4-4853-AA96-12D2C0765396}" vid="{70359D05-C866-44FC-A42D-8188BDF82D04}"/>
    </a:ext>
  </a:extLst>
</a:theme>
</file>

<file path=ppt/theme/theme2.xml><?xml version="1.0" encoding="utf-8"?>
<a:theme xmlns:a="http://schemas.openxmlformats.org/drawingml/2006/main" name="Default Layout 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CAE">
      <a:dk1>
        <a:srgbClr val="000000"/>
      </a:dk1>
      <a:lt1>
        <a:srgbClr val="FFFFFF"/>
      </a:lt1>
      <a:dk2>
        <a:srgbClr val="06103D"/>
      </a:dk2>
      <a:lt2>
        <a:srgbClr val="E3E3E3"/>
      </a:lt2>
      <a:accent1>
        <a:srgbClr val="06103D"/>
      </a:accent1>
      <a:accent2>
        <a:srgbClr val="2969F2"/>
      </a:accent2>
      <a:accent3>
        <a:srgbClr val="777777"/>
      </a:accent3>
      <a:accent4>
        <a:srgbClr val="ADADAD"/>
      </a:accent4>
      <a:accent5>
        <a:srgbClr val="E3E3E3"/>
      </a:accent5>
      <a:accent6>
        <a:srgbClr val="B4F62A"/>
      </a:accent6>
      <a:hlink>
        <a:srgbClr val="06103D"/>
      </a:hlink>
      <a:folHlink>
        <a:srgbClr val="777777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CAE">
      <a:dk1>
        <a:srgbClr val="000000"/>
      </a:dk1>
      <a:lt1>
        <a:srgbClr val="FFFFFF"/>
      </a:lt1>
      <a:dk2>
        <a:srgbClr val="06103D"/>
      </a:dk2>
      <a:lt2>
        <a:srgbClr val="E3E3E3"/>
      </a:lt2>
      <a:accent1>
        <a:srgbClr val="06103D"/>
      </a:accent1>
      <a:accent2>
        <a:srgbClr val="2969F2"/>
      </a:accent2>
      <a:accent3>
        <a:srgbClr val="777777"/>
      </a:accent3>
      <a:accent4>
        <a:srgbClr val="ADADAD"/>
      </a:accent4>
      <a:accent5>
        <a:srgbClr val="E3E3E3"/>
      </a:accent5>
      <a:accent6>
        <a:srgbClr val="B4F62A"/>
      </a:accent6>
      <a:hlink>
        <a:srgbClr val="06103D"/>
      </a:hlink>
      <a:folHlink>
        <a:srgbClr val="777777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7EE6BE8E9D62A489E89088165552537" ma:contentTypeVersion="23" ma:contentTypeDescription="Create a new document." ma:contentTypeScope="" ma:versionID="6e83425ab1c525ba8fce5c619b58b1dc">
  <xsd:schema xmlns:xsd="http://www.w3.org/2001/XMLSchema" xmlns:xs="http://www.w3.org/2001/XMLSchema" xmlns:p="http://schemas.microsoft.com/office/2006/metadata/properties" xmlns:ns2="9de35825-77e6-4d9d-bbc7-7a2b5e5c6d68" xmlns:ns3="12cd23af-3e52-4056-a2c9-5961a2704e29" xmlns:ns4="716d1e58-2f47-4028-a3d3-4ae2fbcdb48c" targetNamespace="http://schemas.microsoft.com/office/2006/metadata/properties" ma:root="true" ma:fieldsID="23aa16b45e4256d0f85adf32c85bedd2" ns2:_="" ns3:_="" ns4:_="">
    <xsd:import namespace="9de35825-77e6-4d9d-bbc7-7a2b5e5c6d68"/>
    <xsd:import namespace="12cd23af-3e52-4056-a2c9-5961a2704e29"/>
    <xsd:import namespace="716d1e58-2f47-4028-a3d3-4ae2fbcdb48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TaxCatchAll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4:SharedWithUsers" minOccurs="0"/>
                <xsd:element ref="ns4:SharedWithDetails" minOccurs="0"/>
                <xsd:element ref="ns2:lcf76f155ced4ddcb4097134ff3c332f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de35825-77e6-4d9d-bbc7-7a2b5e5c6d6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42dac91e-569b-4c3a-829b-3856784e6b5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4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2cd23af-3e52-4056-a2c9-5961a2704e29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db2d30fd-74c4-4107-a3e6-a9ccb0e97e32}" ma:internalName="TaxCatchAll" ma:showField="CatchAllData" ma:web="716d1e58-2f47-4028-a3d3-4ae2fbcdb48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6d1e58-2f47-4028-a3d3-4ae2fbcdb48c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716d1e58-2f47-4028-a3d3-4ae2fbcdb48c">
      <UserInfo>
        <DisplayName>SharingLinks.3e3d083d-97f8-426a-ad2b-91c3f471e3c9.OrganizationEdit.06e789e9-29fd-41f8-9fa1-705ae9007a95</DisplayName>
        <AccountId>24</AccountId>
        <AccountType/>
      </UserInfo>
      <UserInfo>
        <DisplayName>SharingLinks.f39469b9-5b0e-416a-ba7b-bcaccd1af0d5.OrganizationEdit.e01e0804-14a8-468e-9836-48909cdb4ae1</DisplayName>
        <AccountId>36</AccountId>
        <AccountType/>
      </UserInfo>
      <UserInfo>
        <DisplayName>Sylvia Mutter</DisplayName>
        <AccountId>43</AccountId>
        <AccountType/>
      </UserInfo>
      <UserInfo>
        <DisplayName>Aline Massouh</DisplayName>
        <AccountId>9031</AccountId>
        <AccountType/>
      </UserInfo>
    </SharedWithUsers>
    <lcf76f155ced4ddcb4097134ff3c332f xmlns="9de35825-77e6-4d9d-bbc7-7a2b5e5c6d68">
      <Terms xmlns="http://schemas.microsoft.com/office/infopath/2007/PartnerControls"/>
    </lcf76f155ced4ddcb4097134ff3c332f>
    <TaxCatchAll xmlns="12cd23af-3e52-4056-a2c9-5961a2704e29" xsi:nil="true"/>
    <MediaLengthInSeconds xmlns="9de35825-77e6-4d9d-bbc7-7a2b5e5c6d68" xsi:nil="true"/>
  </documentManagement>
</p:properties>
</file>

<file path=customXml/itemProps1.xml><?xml version="1.0" encoding="utf-8"?>
<ds:datastoreItem xmlns:ds="http://schemas.openxmlformats.org/officeDocument/2006/customXml" ds:itemID="{2CBF9799-0721-4C37-841B-72253AFD53B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de35825-77e6-4d9d-bbc7-7a2b5e5c6d68"/>
    <ds:schemaRef ds:uri="12cd23af-3e52-4056-a2c9-5961a2704e29"/>
    <ds:schemaRef ds:uri="716d1e58-2f47-4028-a3d3-4ae2fbcdb48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37F82A6-C5BB-4E86-A9B2-E9D69C07338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891A0FF-7CF6-4FC6-83D5-1298EC075798}">
  <ds:schemaRefs>
    <ds:schemaRef ds:uri="12cd23af-3e52-4056-a2c9-5961a2704e29"/>
    <ds:schemaRef ds:uri="716d1e58-2f47-4028-a3d3-4ae2fbcdb48c"/>
    <ds:schemaRef ds:uri="9de35825-77e6-4d9d-bbc7-7a2b5e5c6d68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7177</TotalTime>
  <Words>272</Words>
  <Application>Microsoft Office PowerPoint</Application>
  <PresentationFormat>Widescreen</PresentationFormat>
  <Paragraphs>37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6" baseType="lpstr">
      <vt:lpstr>Arial</vt:lpstr>
      <vt:lpstr>Bebas Neue</vt:lpstr>
      <vt:lpstr>Calibri</vt:lpstr>
      <vt:lpstr>Montserrat Medium</vt:lpstr>
      <vt:lpstr>Red Hat Display</vt:lpstr>
      <vt:lpstr>Red Hat Display Light</vt:lpstr>
      <vt:lpstr>Wingdings</vt:lpstr>
      <vt:lpstr>Default Layout 1</vt:lpstr>
      <vt:lpstr>Default Layout 2</vt:lpstr>
      <vt:lpstr>PowerPoint Presentation</vt:lpstr>
      <vt:lpstr>Work to date</vt:lpstr>
      <vt:lpstr>Going forward </vt:lpstr>
      <vt:lpstr>PowerPoint Presentation</vt:lpstr>
      <vt:lpstr>Activity Explanation</vt:lpstr>
      <vt:lpstr>Discussion of Robotics Concepts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Aline Massouh</dc:creator>
  <cp:lastModifiedBy>Elizabeth Hosang</cp:lastModifiedBy>
  <cp:revision>395</cp:revision>
  <dcterms:created xsi:type="dcterms:W3CDTF">2022-04-04T19:15:56Z</dcterms:created>
  <dcterms:modified xsi:type="dcterms:W3CDTF">2026-06-10T20:05:26Z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0x01010027EE6BE8E9D62A489E89088165552537</vt:lpwstr>
  </property>
  <property fmtid="{D5CDD505-2E9C-101B-9397-08002B2CF9AE}" pid="3" name="MediaServiceImageTags">
    <vt:lpwstr/>
  </property>
  <property fmtid="{D5CDD505-2E9C-101B-9397-08002B2CF9AE}" pid="4" name="NXPowerLiteLastOptimized">
    <vt:lpwstr>8881486</vt:lpwstr>
  </property>
  <property fmtid="{D5CDD505-2E9C-101B-9397-08002B2CF9AE}" pid="5" name="NXPowerLiteSettings">
    <vt:lpwstr>C980073804F000</vt:lpwstr>
  </property>
  <property fmtid="{D5CDD505-2E9C-101B-9397-08002B2CF9AE}" pid="6" name="NXPowerLiteVersion">
    <vt:lpwstr>D8.0.11</vt:lpwstr>
  </property>
  <property fmtid="{D5CDD505-2E9C-101B-9397-08002B2CF9AE}" pid="7" name="ArticulateGUID">
    <vt:lpwstr>3E637D0B-B1D6-41F1-8258-826E0EE99FA7</vt:lpwstr>
  </property>
  <property fmtid="{D5CDD505-2E9C-101B-9397-08002B2CF9AE}" pid="8" name="ArticulatePath">
    <vt:lpwstr>EN-Marc Parent-2022_v1b</vt:lpwstr>
  </property>
  <property fmtid="{D5CDD505-2E9C-101B-9397-08002B2CF9AE}" pid="9" name="Order">
    <vt:lpwstr>133200.000000000</vt:lpwstr>
  </property>
  <property fmtid="{D5CDD505-2E9C-101B-9397-08002B2CF9AE}" pid="10" name="xd_ProgID">
    <vt:lpwstr/>
  </property>
  <property fmtid="{D5CDD505-2E9C-101B-9397-08002B2CF9AE}" pid="11" name="_SourceUrl">
    <vt:lpwstr/>
  </property>
  <property fmtid="{D5CDD505-2E9C-101B-9397-08002B2CF9AE}" pid="12" name="_SharedFileIndex">
    <vt:lpwstr/>
  </property>
  <property fmtid="{D5CDD505-2E9C-101B-9397-08002B2CF9AE}" pid="13" name="ComplianceAssetId">
    <vt:lpwstr/>
  </property>
  <property fmtid="{D5CDD505-2E9C-101B-9397-08002B2CF9AE}" pid="14" name="TemplateUrl">
    <vt:lpwstr/>
  </property>
  <property fmtid="{D5CDD505-2E9C-101B-9397-08002B2CF9AE}" pid="15" name="_ExtendedDescription">
    <vt:lpwstr/>
  </property>
  <property fmtid="{D5CDD505-2E9C-101B-9397-08002B2CF9AE}" pid="16" name="xd_Signature">
    <vt:lpwstr/>
  </property>
  <property fmtid="{D5CDD505-2E9C-101B-9397-08002B2CF9AE}" pid="17" name="Person">
    <vt:lpwstr>13;#Sarah Bibeau</vt:lpwstr>
  </property>
  <property fmtid="{D5CDD505-2E9C-101B-9397-08002B2CF9AE}" pid="18" name="TriggerFlowInfo">
    <vt:lpwstr/>
  </property>
</Properties>
</file>