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Beyond Tasking:</a:t>
            </a:r>
          </a:p>
          <a:p>
            <a:r>
              <a:rPr sz="3400" b="1" i="0">
                <a:solidFill>
                  <a:srgbClr val="FFFFFF"/>
                </a:solidFill>
                <a:latin typeface="Calibri"/>
              </a:rPr>
              <a:t>Extending C2SIM Plans for Autonomous-System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EEF1F5"/>
                </a:solidFill>
                <a:latin typeface="Calibri"/>
              </a:rPr>
              <a:t>The LOX Plan construct, behavior trees and BDI, and a proposed ASX plan-semantics module</a:t>
            </a:r>
          </a:p>
          <a:p>
            <a:pPr>
              <a:spcBef>
                <a:spcPts val="1400"/>
              </a:spcBef>
            </a:pPr>
            <a:r>
              <a:rPr sz="1400" b="0" i="0">
                <a:solidFill>
                  <a:srgbClr val="2E869A"/>
                </a:solidFill>
                <a:latin typeface="Calibri"/>
              </a:rPr>
              <a:t>C2SIM ASX Sub-group  —  working brief for discussion  —  DRAFT, July 2026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666666"/>
                </a:solidFill>
                <a:latin typeface="Calibri"/>
              </a:rPr>
              <a:t>Companion artifacts: Plan-Semantics-Analysis.md  +  ASX-PlanSemantics-Draft.ttl (v0.0.3)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concern in one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Why plan semantics — and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 C2SIM tasking tells a unit WHAT to do (task verb, WHO/WHEN/WHERE). A human crew fills in every decision the order leaves open.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 A robotic/autonomous system has no crew: every decision the order leaves open must either be transmitted, or surrendered to opaque onboard behavior.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•  The ASX scenario corpus keeps demanding the same missing pieces: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CASEVAC (contributed): “replans route if threat or obstacle is encountered … handled by autonomy” — contingent behavior, explained to the operator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MDARS persistent watch (fielded system): a standing patrol that is never “complete” — classic orders have no such thing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Urban C-UAS (Corona &amp; Biagini 2019): “UAVs must wait for human confirmation before taking suggested actions” — engagement authority as data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•  The question for this brief:</a:t>
            </a:r>
          </a:p>
          <a:p>
            <a:pPr lvl="1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Calibri"/>
              </a:rPr>
              <a:t>–  Can C2SIM's existing Plan construct carry the semantics autonomy frameworks actually execute — behavior trees, BDI goals — or do we need something new?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Refresher: what C2SIM tasking says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Core standard (SISO C2SIM 1.0.x) — no Plan class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•  OrderBody → Task: exactly one TaskActionCode (WHAT) and one PerformingEntity (WHO); optional times (WHEN), location (WHERE); optional DesiredEffectCode (WHY).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•  Sequencing between tasks — two idioms only: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ActionTemporalRelationship: 18 Allen-style codes (STREND = “starts after end of”, concurrency, duration-offset variants)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RelativeTime: anchor a start time to an Event (incl. TaskStart / TaskEnd) plus an offset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•  Execution feedback — TaskStatus report: TASKPEND, TASKSTRT, TASKINPRG, TASKCMPLT, TASKABRT.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14800"/>
            <a:ext cx="10972800" cy="105156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187952"/>
            <a:ext cx="1069848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Calibri"/>
              </a:rPr>
              <a:t>Notice what is NOT here</a:t>
            </a:r>
          </a:p>
          <a:p>
            <a:pPr>
              <a:spcBef>
                <a:spcPts val="300"/>
              </a:spcBef>
            </a:pPr>
            <a:r>
              <a:rPr sz="1400" b="0" i="0">
                <a:solidFill>
                  <a:srgbClr val="C0392B"/>
                </a:solidFill>
                <a:latin typeface="Calibri"/>
              </a:rPr>
              <a:t>No failure status (a task completes or is aborted — “tried and did not succeed” is unsayable).  No conditions over world state.  No branching.  No loops.  No goals.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1">
                <a:solidFill>
                  <a:srgbClr val="666666"/>
                </a:solidFill>
                <a:latin typeface="Calibri"/>
              </a:rPr>
              <a:t>•  Two under-used core hooks that become load-bearing later: FIPA-style CommunicativeActTypeCode (Agree, Confirm, Refuse …) and the Order-vs-Request deontic split.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construct you may not know: the LOX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Land Operations Extension — and it is more than a task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394960" cy="228600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81912"/>
            <a:ext cx="5120640" cy="2139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PlanBody  (a DomainMessageBody)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hasPlanPhase 0..*  — the phases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isToBeExecutedNow (exactly 1)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PlanPhase  (recursive via hasSubPhase)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hasPlanPhaseTrigger — exactly 1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hasPlanPhaseCompletionCondition — exactly 1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hasTaskReference 0..* — the tasks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49240" cy="228600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81912"/>
            <a:ext cx="5074920" cy="2139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Trigger types (when a phase starts)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EventTrigger — at the time of an Event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OnOrderTrigger — on an ExecutePlanPhase task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PriorPhaseCompletionTrigger — when another phase completes (→ sequences)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Completion codes (when it counts as done)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AllTasksComplete   OneTaskComplete   OtherOrderReceived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23360"/>
            <a:ext cx="10972800" cy="137160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96512"/>
            <a:ext cx="1069848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The key observation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1F3A5F"/>
                </a:solidFill>
                <a:latin typeface="Calibri"/>
              </a:rPr>
              <a:t>This is not a task list. Triggers + completion conditions + recursive decomposition = a rudimentary REACTIVE EXECUTION model.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2E869A"/>
                </a:solidFill>
                <a:latin typeface="Calibri"/>
              </a:rPr>
              <a:t>That makes the Plan construct — not Order/Task — the natural chassis for autonomy semantics.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1">
                <a:solidFill>
                  <a:srgbClr val="666666"/>
                </a:solidFill>
                <a:latin typeface="Calibri"/>
              </a:rPr>
              <a:t>•  Also in LOX: ManeuverWarfareTask adds RuleOfEngagement, plus JC3IEDM task relations ALT (“is an alternative to”) and HASPRV (“provisional sub-action”) — contingency LABELS with no activation semantics.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How autonomous systems specify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Two dominant mechanisms — 60 seconds 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394960" cy="393192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81912"/>
            <a:ext cx="5120640" cy="3785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Behavior Trees (ROS 2 Nav2, Spot SDK …)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A tree of control-flow nodes over primitive actions: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Sequence — children in order, halt on failure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Fallback/Selector — try alternatives until one succeeds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Parallel — concurrent, succeed-on-all / succeed-on-one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Decorators — retry N times, loop, timeout, invert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Condition leaves — guards over world state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1F3A5F"/>
                </a:solidFill>
                <a:latin typeface="Calibri"/>
              </a:rPr>
              <a:t>Every node returns Success / Failure / Running.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1F3A5F"/>
                </a:solidFill>
                <a:latin typeface="Calibri"/>
              </a:rPr>
              <a:t>FAILURE is the engine of the whole model: it is what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1F3A5F"/>
                </a:solidFill>
                <a:latin typeface="Calibri"/>
              </a:rPr>
              <a:t>selects alternatives and drives recovery.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49240" cy="393192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81912"/>
            <a:ext cx="5074920" cy="3785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BDI agents (FIPA lineage)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Beliefs — the agent's world model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Desires/Goals — end states: achieve once, or MAINTAIN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Intentions — goals committed to, pursued via plans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A plan library holds alternative recipes per goal;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each plan carries a CONTEXT CONDITION deciding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when it applies (primary / degraded / contested …).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1F3A5F"/>
                </a:solidFill>
                <a:latin typeface="Calibri"/>
              </a:rPr>
              <a:t>Goal-directed tasking: transmit the end state and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1F3A5F"/>
                </a:solidFill>
                <a:latin typeface="Calibri"/>
              </a:rPr>
              <a:t>constraints; the system chooses the procedure.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1">
                <a:solidFill>
                  <a:srgbClr val="666666"/>
                </a:solidFill>
                <a:latin typeface="Calibri"/>
              </a:rPr>
              <a:t>•  The subgroup's own standards survey (Reference Materials) recommends modeling BT/HTN concepts directly and using FIPA/BDI for the goal layer, anchored to IEEE 1872.1/.2.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Correlation: a surprising amount already maps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LOX Plan vs. behavior-tree concepts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08760"/>
          <a:ext cx="109728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5120640"/>
                <a:gridCol w="21945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Behavior-tree concept</a:t>
                      </a:r>
                    </a:p>
                  </a:txBody>
                  <a:tcPr marT="18288" marB="18288" marL="54864" marR="54864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LOX Plan analog</a:t>
                      </a:r>
                    </a:p>
                  </a:txBody>
                  <a:tcPr marT="18288" marB="18288" marL="54864" marR="54864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Fidelity</a:t>
                      </a:r>
                    </a:p>
                  </a:txBody>
                  <a:tcPr marT="18288" marB="18288" marL="54864" marR="54864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Composite node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PlanPhase with subphases (native recursion)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E7D32"/>
                          </a:solidFill>
                          <a:latin typeface="Calibri"/>
                        </a:rPr>
                        <a:t>good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Sequence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PriorPhaseCompletionTrigger chains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C87F0A"/>
                          </a:solidFill>
                          <a:latin typeface="Calibri"/>
                        </a:rPr>
                        <a:t>structural only — breaks once failure exists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Parallel, succeed-on-all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phase + AllTasksComplete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E7D32"/>
                          </a:solidFill>
                          <a:latin typeface="Calibri"/>
                        </a:rPr>
                        <a:t>good (no straggler-cancel rule)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Parallel, succeed-on-one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phase + OneTaskComplete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E7D32"/>
                          </a:solidFill>
                          <a:latin typeface="Calibri"/>
                        </a:rPr>
                        <a:t>good (same caveat)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Action leaf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Task referenced from a phase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E7D32"/>
                          </a:solidFill>
                          <a:latin typeface="Calibri"/>
                        </a:rPr>
                        <a:t>good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Entry gating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EventTrigger (a temporal anchor, not runtime detection)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C87F0A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External preemption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OtherOrderReceived / OnOrderTrigger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C87F0A"/>
                          </a:solidFill>
                          <a:latin typeface="Calibri"/>
                        </a:rPr>
                        <a:t>partial — human-initiated only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892040"/>
            <a:ext cx="10972800" cy="118872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965192"/>
            <a:ext cx="1069848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And on the BDI side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Plan recipe = PlanBody (good).  Plan triggering = EventTrigger/OnOrderTrigger (good).  Performatives already in core (good).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666666"/>
                </a:solidFill>
                <a:latin typeface="Calibri"/>
              </a:rPr>
              <a:t>Beliefs: C2SIM reports are belief updates — adequate as-is; the belief store belongs to the executing system.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What is missing — seven precisely enumerable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Each one demanded by scenarios already in the ASX corpus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0876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566160"/>
                <a:gridCol w="69494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T="18288" marB="18288" marL="54864" marR="54864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Missing semantics</a:t>
                      </a:r>
                    </a:p>
                  </a:txBody>
                  <a:tcPr marT="18288" marB="18288" marL="54864" marR="54864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Scenario moment that demands it</a:t>
                      </a:r>
                    </a:p>
                  </a:txBody>
                  <a:tcPr marT="18288" marB="18288" marL="54864" marR="54864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Failure as an outcome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everything downstream: nothing can fail today, so nothing can recover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Fallback / alternative branching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CASEVAC: replan route on IED report; CBRN: backtrack, replan, abort after 3 attempts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Guards over world state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MUTT: maintain comms continuously; relocate if position compromised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Loops / standing tasks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MDARS standing watch; MCM revisit every 8–24 h; route-clearance repeat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Goals distinct from procedure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MCM: neutralize mines (achieve) vs. keep sea lane usable (maintain)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Plan selection by context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Sustainment: routine distribution vs. contested resupply for the same goal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C0392B"/>
                          </a:solidFill>
                          <a:latin typeface="Calibri"/>
                        </a:rPr>
                        <a:t>Intention &amp; rationale reporting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33333"/>
                          </a:solidFill>
                          <a:latin typeface="Calibri"/>
                        </a:rPr>
                        <a:t>CASEVAC: “explainable reasons” for changes; DroneResponse explanation schema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257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These align 1:1 with the sub-group's open decision-log items: W1/Q-K (engagement authority — flagged as the central policy gap), X2 (explainability), Q-N (coverage goals), Q-D (graded autonomy), N2 (standing tasks), X6 (re-tasking).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Feasibility: extend, don't fork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Every mechanism needed is an idiom the standard already uses on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•  Open trigger hierarchy — LOX added 3 PlanPhaseTrigger subclasses; ASX can add more (same pattern).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•  Open code lists — SMX added 25 DesiredEffectCodes; LOX added 446 TaskActionCodes; adding TASKFAILD follows precedent exactly.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•  Subclass-and-restrict — ManeuverWarfareTask ⊑ Task is the sanctioned enrichment pattern; AutonomousPlanPhase ⊑ PlanPhase does the same.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•  New report contents — SMX ObservationReportContent is the template for status/rationale reports.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•  Verdict: an additive ASX module importing LOX. No core/LOX changes. No standalone ontology.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434840"/>
            <a:ext cx="10972800" cy="169164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507992"/>
            <a:ext cx="10698480" cy="1545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87F0A"/>
                </a:solidFill>
                <a:latin typeface="Calibri"/>
              </a:rPr>
              <a:t>The honest qualification (from our adversarial review)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REPORTING constructs degrade gracefully — a legacy consumer that ignores them loses information, not safety.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C0392B"/>
                </a:solidFill>
                <a:latin typeface="Calibri"/>
              </a:rPr>
              <a:t>GATING constructs (triggers, guards, timeouts) are mandatory-to-understand: ignoring a HumanApprovalTrigger would fire an engagement phase WITHOUT its human gate.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1F3A5F"/>
                </a:solidFill>
                <a:latin typeface="Calibri"/>
              </a:rPr>
              <a:t>Module rule: unknown trigger ⇒ fail closed (never execute, report inability); gated plans only to consumers that negotiated the module.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proposed module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asx/plan v0.0.3 draft - OWL (Turtle) + 19 normative execution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3566160" cy="3977639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81912"/>
            <a:ext cx="3291840" cy="383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New triggers (⊑ PlanPhaseTrigger)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StateConditionTrigger — fires on a world-state predicate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CompositeTrigger — ALL / ANY over sub-triggers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HumanApprovalTrigger — approval gate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OnPhaseFailureTrigger — fires when a named phase FAILS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ParentPhasePolicyTrigger — parent-managed subphases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508760"/>
            <a:ext cx="3566160" cy="3977639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581912"/>
            <a:ext cx="3291840" cy="383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Enriched plan constructs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AutonomousPlanPhase ⊑ PlanPhase: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  failure policy + fallback ref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  guards, timeout, repetition,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  per-phase autonomy level,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  phase products, goal link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AutonomousPlanBody ⊑ PlanBody: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  inline Goals + context conditions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Condition: 16 typed, negatable predicates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Goal: achieve / maintain end states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566160" cy="3977639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581912"/>
            <a:ext cx="3291840" cy="383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Reports &amp; verbs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PlanExecutionStatusContent — which phase, what outcome, which goal (intention)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PlanDeviationReportContent — what changed and WHY (rationale + confidence)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Code additions: TASKFAILD;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333333"/>
                </a:solidFill>
                <a:latin typeface="Calibri"/>
              </a:rPr>
              <a:t>ConfigureAutonomy, Suspend/Resume/AbortPlanExecution, OverrideAction, AchieveGoal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623560"/>
            <a:ext cx="10972800" cy="68580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96712"/>
            <a:ext cx="10698480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/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1F3A5F"/>
                </a:solidFill>
                <a:latin typeface="Calibri"/>
              </a:rPr>
              <a:t>Layering: C2SIM core -&gt; SMX -&gt; LOX -&gt; asx/plan (owl:imports).  Everything is optional on top of a plain LOX plan; OWL vocabulary + rules R1-R19 together are the proposal.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Highlight 1 — Conditions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guard-node vocabulary, kept deliberately small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Condition = predicate code + typed parameters (subject/object refs, threshold value/duration) + isNegated. Machine-checkable; free text is display-only.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Predicates from the scenario corpus: HazardOnRoute, CommsAvailable/Denied, ThreatDetectedInArea, AreaCoverageAchieved (Q-N), EstimateConfidenceAbove (belief-state gating), EntityWithinRange, WeatherLimitExceeded …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StateConditionTrigger is the runtime-reactivity primitive (level-triggered, evaluated on the tasked system's own world model — rule R11 says so out loud).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CompositeTrigger: ALL / ANY over sub-triggers, nestable. Semantics pinned by rule R9: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discrete sub-triggers (events, orders, approvals) LATCH once occurred; state conditions must HOLD at the instant of firing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1F3A5F"/>
                </a:solidFill>
                <a:latin typeface="Calibri"/>
              </a:rPr>
              <a:t>–  so “depart when route advertised AND comms up” cannot fire during a comms outage just because comms were up earlier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92040"/>
            <a:ext cx="10972800" cy="118872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965192"/>
            <a:ext cx="1069848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Design discipline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general boolean expression language: conjunction = repeated conditions (R12), disjunction = CompositeTrigger, negation = isNegated.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666666"/>
                </a:solidFill>
                <a:latin typeface="Calibri"/>
              </a:rPr>
              <a:t>If richer logic is ever evidenced, a ConditionExpression subclass can be added without disturbing this base.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Highlight 2 — Failure, fallback, repetition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behavior-tree half: what LOX plans could not 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Outcomes (R1): PhaseSucceeded / PhaseFailed / PhaseAborted / PhaseSkipped — plus TASKFAILD at task level (candidate core erratum).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Failure policy vs. failure cause (R3/R4): select AnyTaskFailed or AllTasksFailed; declared timeouts and guards are implicitly live — a declared timeout is never decorative.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Fallback (R7): hasOnFailurePhaseReference names the recovery phase, whose trigger MUST be an OnPhaseFailureTrigger — it cannot fire off the failure path. Chains give further alternatives; a chain that succeeds counts as success for the parent.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PriorityFallback policy = BT Selector as containment; SequentialInOrder + AnyTaskFailed = BT Sequence (failure halts, siblings skipped — R2/R5, no silent stalls).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Repetition (R10): RetryOnFailure (bounded), RepeatUntilCondition (loop closed by a Condition — e.g. route clear), MaintainContinuously (standing watch, N2).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972800" cy="105156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02352"/>
            <a:ext cx="10698480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87F0A"/>
                </a:solidFill>
                <a:latin typeface="Calibri"/>
              </a:rPr>
              <a:t>Why the rules matter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1F3A5F"/>
                </a:solidFill>
                <a:latin typeface="Calibri"/>
              </a:rPr>
              <a:t>OWL restrictions alone cannot say 'failure beats completion when both are satisfiable, judged on event times' (R6). Without R1-R19, two conformant implementations disagree about the same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Highlight 3 — The engagement-authority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Directly answers W1/Q-K, the decision log's “central ASX policy gap”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•  HumanApprovalTrigger: the phase starts only on Agree/Confirm from a named authority; Refuse or timeout applies the fallback disposition immediately (timeout phase, else skip — and a skip cannot stall the rest of the plan, R2).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•  Compose it: (tactical trigger) ALL (human approval) — e.g. “threat inside inner bubble AND operator confirms” (the Corona &amp; Biagini tiered-escalation pattern).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•  Per-phase autonomy: hasRequiredAutonomyLevelCode — autonomous transit, supervised engagement, in one plan (the CBRN pattern; sharpens Q-D).</a:t>
            </a:r>
          </a:p>
          <a:p>
            <a:pPr>
              <a:spcAft>
                <a:spcPts val="600"/>
              </a:spcAft>
            </a:pPr>
            <a:r>
              <a:rPr sz="1550" b="1" i="0">
                <a:solidFill>
                  <a:srgbClr val="1F3A5F"/>
                </a:solidFill>
                <a:latin typeface="Calibri"/>
              </a:rPr>
              <a:t>•  “May this system take this action without a human?” becomes an inspectable, machine-checkable property of the transmitted plan — not an implementation detail.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709160"/>
            <a:ext cx="10972800" cy="137160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782312"/>
            <a:ext cx="1069848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Calibri"/>
              </a:rPr>
              <a:t>Fail-closed by rule (R13)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C0392B"/>
                </a:solidFill>
                <a:latin typeface="Calibri"/>
              </a:rPr>
              <a:t>A consumer that cannot interpret a phase's trigger MUST treat the phase as not triggerable, never execute it, and report the inability (ACKNOTUNDSTD).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666666"/>
                </a:solidFill>
                <a:latin typeface="Calibri"/>
              </a:rPr>
              <a:t>This is the one construct whose degradation mode would otherwise be catastrophic — the review made us say it normatively.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Highlight 4 — Goals and the plan pre-selection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BDI half: from procedural to goal-directed tasking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Goal = end state, not procedure: achievement condition(s), failure conditions, commitment mode (AchieveOnce / Maintain / AchieveThenMaintain), priority. Transported inline via hasGoal on AutonomousPlanBody.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Maintain-mode goals finally express standing tasks: MDARS “continuous physical security over the depot”; MCM “keep the sea lane usable”.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Plan pre-selection library: transmit several plans for one Goal, each with context conditions — primary / degraded-comms / contested. The system selects among applicable plans and reports every switch (PlanSwitched + rationale).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Calibri"/>
              </a:rPr>
              <a:t>•  Contingency plans become DATA — inspectable before the mission — instead of doctrine buried in free text. ALT/HASPRV finally get activation semantics.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Goal-only tasking: an AchieveGoal task carries the end state, constraints, and ROE; the system plans. (Deliberately NOT full BDI: no subgoaling, no reconsideration strategy — those are agent internals.)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120640"/>
            <a:ext cx="10972800" cy="96012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93792"/>
            <a:ext cx="106984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87F0A"/>
                </a:solidFill>
                <a:latin typeface="Calibri"/>
              </a:rPr>
              <a:t>Safety rule for the library (R14)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C0392B"/>
                </a:solidFill>
                <a:latin typeface="Calibri"/>
              </a:rPr>
              <a:t>Variants carry isToBeExecutedNow = false and go only to module-aware consumers — to a legacy LOX consumer, three plan variants would read as three orders to execute.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Highlight 5 — Intention transparency and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Closing X2/Q-H with constructs that degrade gracefully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394960" cy="301752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81912"/>
            <a:ext cx="512064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PlanExecutionStatusContent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which phase — and which GOAL is being pursued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(the system's active intention)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outcome + failure cause (policy / timeout / guard)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attempt number under retry (no premature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contingency firing — R10)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estimated completion time (CASEVAC's phased-ETA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requirement, verbatim)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49240" cy="301752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81912"/>
            <a:ext cx="5074920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PlanDeviationReportContent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sent whenever autonomy exercises an unscripted choice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deviation type: RouteChanged, FallbackActivated,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PlanSwitched, GoalAbandoned, TaskReassigned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the triggering event OR condition (citable by UUID)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rationale text + confidence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666666"/>
                </a:solidFill>
                <a:latin typeface="Calibri"/>
              </a:rPr>
              <a:t>schema adapted from the DroneResponse explainability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666666"/>
                </a:solidFill>
                <a:latin typeface="Calibri"/>
              </a:rPr>
              <a:t>study (event, action, reasoning, change, confidence)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 i="0">
                <a:solidFill>
                  <a:srgbClr val="1F3A5F"/>
                </a:solidFill>
                <a:latin typeface="Calibri"/>
              </a:rPr>
              <a:t>•  Together these answer the CASEVAC requirement head-on: “Why did it change its expected route? Why was it unable to complete its mission?” — as structured messages, not prose.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E7D32"/>
                </a:solidFill>
                <a:latin typeface="Calibri"/>
              </a:rPr>
              <a:t>•  Purely additive reporting: legacy consumers lose information, never safety.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Worked example — CASEVAC transport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Two coordinating UGVs; the transport departs on the scout's published route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81328"/>
            <a:ext cx="6766560" cy="443484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6492240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TransportMovePhase  (AutonomousPlanPhase)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1F3A5F"/>
                </a:solidFill>
                <a:latin typeface="Calibri"/>
              </a:rPr>
              <a:t>TRIGGER  =  CompositeTrigger  [ALL]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EventTrigger: scout's route-advertisement message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StateConditionTrigger: CommsAvailable  (must HOLD at departure — R9)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1F3A5F"/>
                </a:solidFill>
                <a:latin typeface="Calibri"/>
              </a:rPr>
              <a:t>GUARD  =  HazardOnRoute, isNegated = true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invariant: active route free of IED/obstacle reports;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violation fails the phase at once (R4)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1F3A5F"/>
                </a:solidFill>
                <a:latin typeface="Calibri"/>
              </a:rPr>
              <a:t>ON FAILURE  →  ReplanRoutePhase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whose trigger is OnPhaseFailureTrigger(TransportMovePhase)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— it can only fire on the failure path (R7)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1F3A5F"/>
                </a:solidFill>
                <a:latin typeface="Calibri"/>
              </a:rPr>
              <a:t>GOAL  =  casualty at casualty collection point</a:t>
            </a:r>
          </a:p>
          <a:p>
            <a:pPr>
              <a:spcBef>
                <a:spcPts val="300"/>
              </a:spcBef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if the replan succeeds, the parent still succeeds (R7)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481328"/>
            <a:ext cx="3931920" cy="443484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554480"/>
            <a:ext cx="3657600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What the operator sees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status: phase in progress, active goal,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ETA to CCP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 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on IED report: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deviation report —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FallbackActivated,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condition: guard UUID,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rationale: “suspected IED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on route; replanning via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alternate crossing”,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confidence 0.85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1">
                <a:solidFill>
                  <a:srgbClr val="666666"/>
                </a:solidFill>
                <a:latin typeface="Calibri"/>
              </a:rPr>
              <a:t>•  The adversarial review corrected this very example twice: the guard's polarity (isNegated) and the fallback target's trigger. Both errors were silent under the earlier draft — exactly the class of ambiguity the module now forbids.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else these constructs show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Five sourced scenarios from the ASX corpus — the recommended validation walk set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08760"/>
          <a:ext cx="1097280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63093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Scenario (provenance)</a:t>
                      </a:r>
                    </a:p>
                  </a:txBody>
                  <a:tcPr marT="18288" marB="18288" marL="54864" marR="54864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Constructs exercised</a:t>
                      </a:r>
                    </a:p>
                  </a:txBody>
                  <a:tcPr marT="18288" marB="18288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DroneResponse multi-sUAS search  (Agrawal et al. 2021, arXiv)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state triggers, fallback → request-human-assistance, deviation+rationale schema, configure/suspend/override verbs, confidence gating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CBRN UGV recon  (Muster et al. 2024, EnRicH field trials)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per-phase autonomy (auto mapping vs verified manipulation), retry-3-then-abort, approval gating without weapons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MDARS persistent watch  (DTIC ADA422465 — fielded Army program)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MaintainContinuously standing watch, ANY-composite exception triggers (intruder/trapped/fire), suspend/resume, maintain goals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Cooperative MCM  (Ling 2020, NPS thesis)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achieve vs maintain in one mission, repeat-on-cadence perpetual search, cross-unit state trigger (mine classified → neutralize)</a:t>
                      </a:r>
                    </a:p>
                  </a:txBody>
                  <a:tcPr marT="18288" marB="18288" marL="54864" marR="54864">
                    <a:solidFill>
                      <a:srgbClr val="EEF1F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Urban C-UAS escort  (Corona &amp; Biagini, MESAS 2019)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human-confirmation gating, tiered non-kinetic→kinetic escalation as composite triggers, status reports proposing next actions</a:t>
                      </a:r>
                    </a:p>
                  </a:txBody>
                  <a:tcPr marT="18288" marB="18288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 i="0">
                <a:solidFill>
                  <a:srgbClr val="1F3A5F"/>
                </a:solidFill>
                <a:latin typeface="Calibri"/>
              </a:rPr>
              <a:t>•  Every module construct is exercised at least twice across these five plus CASEVAC. All are sourced (non-LLM-generated), honoring the group's evidence standard.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What it deliberately does not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Scope discipline + honest gaps (from the adversarial pass over the corpus)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394960" cy="237744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81912"/>
            <a:ext cx="5120640" cy="2231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Excluded on principle — engine internals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tick mechanics, blackboards, node memory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BDI deliberation cycles, reconsideration strategy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subgoaling (plans posting goals recursively)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666666"/>
                </a:solidFill>
                <a:latin typeface="Calibri"/>
              </a:rPr>
              <a:t>The standard exchanges structure and intent of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666666"/>
                </a:solidFill>
                <a:latin typeface="Calibri"/>
              </a:rPr>
              <a:t>behavior, not the execution engine.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49240" cy="237744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81912"/>
            <a:ext cx="5074920" cy="2231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Known limitations — tracked as future work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reactive cross-phase preemption / trigger re-arming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commanded task re-allocation, capability-based assignment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report roll-up across disaggregated plans (MUM-T)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quantitative control envelopes (formation keeping)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resource-economy / rate conditions (counter-UAS attrition)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14800"/>
            <a:ext cx="10972800" cy="173736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187952"/>
            <a:ext cx="1069848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How this was checked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Built from a structural analysis of core/SMX/LOX/ASX, then subjected to a four-way adversarial review: OWL consistency against the reference ontologies, fact-check of every claim against the repo, a BT/BDI conceptual critique, and scenario mining.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666666"/>
                </a:solidFill>
                <a:latin typeface="Calibri"/>
              </a:rPr>
              <a:t>The review found (and v0.0.2 fixed): the fallback-trigger paradox, sequence stalls under failure, AND-latching, guard polarity, an untransmittable Goal, unsafe plan-library degradation, unordered condition parameters — among others.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1F3A5F"/>
                </a:solidFill>
                <a:latin typeface="Calibri"/>
              </a:rPr>
              <a:t>Every surviving limitation above is documented in the analysis (§7) with its scenario evidence.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v0.0.3 - validation + standards verification applied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Nine walk deltas + six standards-matrix additions; rules R15-R19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•  Three validation walks (CASEVAC, DroneResponse, MDARS) instantiate end-to-end; no structural defects; all nine walk deltas are now applied in TTL v0.0.3.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•  An independent standards pass (BT/Nav2, PDDL, FlexBE, MAVLink, IEEE, JAUS, STANAG) re-derived the same construct set - convergent corroboration of the module's design, not new invention.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•  New in v0.0.3 - each with prior art: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plan identity + supersession: hasPlanID / hasSupersededPlanReference, rule R16 (JAUS AS6062 mission IDs)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PhaseSuspended outcome + TASKSUSP, rule R17 (JAUS Pause/Resume Mission)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TASKACPT / TASKRJCT + TaskDispositionReportContent - per-task accept/reject with a machine-readable infeasibility condition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lost-link failsafe floor (FailsafeBehaviorCode, rule R18) + EntityInsideArea keep-in/keep-out guards (STANAG lost-link, MAVLink fence/rally)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StructuredRoute waypoints: explicit sequence, per-point speed / arrival / loiter, task-on-arrival, rule R19 (STANAG 4586 #13002-#13004)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hasRepetitionInterval (revisit cadence) + predicates PayloadOnBoard, RemainingEnduranceBelow, EntityImmobilized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74920"/>
            <a:ext cx="10972800" cy="118872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48072"/>
            <a:ext cx="1069848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>Also settled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Correction: standards alignment is IEEE 1872.1-2024 only - 1872.2 verifiably defines no plan constructs.</a:t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666666"/>
                </a:solidFill>
                <a:latin typeface="Calibri"/>
              </a:rPr>
              <a:t>Candidate core errata consolidated for the PDG in PDG-Change-Proposals.md (TASKFAILD, handshake/suspension codes, control verbs, event-occurrence report, LOX errata, plan identity).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What we ask the group to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And the proposed sequence if the direction 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 b="1" i="0">
                <a:solidFill>
                  <a:srgbClr val="333333"/>
                </a:solidFill>
                <a:latin typeface="Calibri"/>
              </a:rPr>
              <a:t>•  1.  Direction — extend the LOX Plan (additive ASX module) rather than a freestanding behavior ontology. Agree?</a:t>
            </a:r>
          </a:p>
          <a:p>
            <a:pPr>
              <a:spcAft>
                <a:spcPts val="600"/>
              </a:spcAft>
            </a:pPr>
            <a:r>
              <a:rPr sz="1550" b="1" i="0">
                <a:solidFill>
                  <a:srgbClr val="333333"/>
                </a:solidFill>
                <a:latin typeface="Calibri"/>
              </a:rPr>
              <a:t>•  2.  The interop posture — fail-closed unknown triggers + capability negotiation for gating constructs. Acceptable operationally?</a:t>
            </a:r>
          </a:p>
          <a:p>
            <a:pPr>
              <a:spcAft>
                <a:spcPts val="600"/>
              </a:spcAft>
            </a:pPr>
            <a:r>
              <a:rPr sz="1550" b="1" i="0">
                <a:solidFill>
                  <a:srgbClr val="333333"/>
                </a:solidFill>
                <a:latin typeface="Calibri"/>
              </a:rPr>
              <a:t>•  3.  The condition vocabulary - right size? (typed predicates, no expression language; 16 predicates after the v0.0.3 additions, scenario-driven growth)</a:t>
            </a:r>
          </a:p>
          <a:p>
            <a:pPr>
              <a:spcAft>
                <a:spcPts val="600"/>
              </a:spcAft>
            </a:pPr>
            <a:r>
              <a:rPr sz="1550" b="1" i="0">
                <a:solidFill>
                  <a:srgbClr val="333333"/>
                </a:solidFill>
                <a:latin typeface="Calibri"/>
              </a:rPr>
              <a:t>•  4.  Core errata to raise with the PDG — TASKFAILD, task cancel/suspend verbs, runtime event-occurrence report.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Proposed sequence: Condition + triggers (Q-D, Q-N)  →  HumanApprovalTrigger + LoA linkage (W1/Q-K)  →  Goal / plan library  →  report contents (X2, X6).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Prerequisites from the instantiation review: Swarm ⊑ CollectiveEntity (P7); attach hasAutonomousRoleCode (P3).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•  Next artifact: instantiation-review-style walks of CASEVAC + DroneResponse + MDARS in the module vocabulary, before advancing the OWL.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86400"/>
            <a:ext cx="10972800" cy="777240"/>
          </a:xfrm>
          <a:prstGeom prst="round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559552"/>
            <a:ext cx="1069848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3A5F"/>
                </a:solidFill>
                <a:latin typeface="Calibri"/>
              </a:rPr>
              <a:t/>
            </a:r>
          </a:p>
          <a:p>
            <a:pPr>
              <a:spcBef>
                <a:spcPts val="300"/>
              </a:spcBef>
            </a:pPr>
            <a:r>
              <a:rPr sz="1300" b="0" i="0">
                <a:solidFill>
                  <a:srgbClr val="1F3A5F"/>
                </a:solidFill>
                <a:latin typeface="Calibri"/>
              </a:rPr>
              <a:t>Artifacts: Plan-Semantics-Analysis.md (analysis, rules, limitations)  -  ASX-PlanSemantics-Draft.ttl v0.0.3 (800+ triples, validated)  -  this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Plan-Semantics Working Brief (DRAFT)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