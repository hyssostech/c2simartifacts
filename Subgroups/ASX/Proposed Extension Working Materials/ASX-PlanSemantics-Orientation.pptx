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Start Here: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A Guide to the ASX Plan-Semantics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EF1F5"/>
                </a:solidFill>
                <a:latin typeface="Calibri"/>
              </a:rPr>
              <a:t>What exists, what order to read it in, and where every ID you will meet resolves</a:t>
            </a:r>
          </a:p>
          <a:p>
            <a:pPr>
              <a:spcBef>
                <a:spcPts val="1400"/>
              </a:spcBef>
            </a:pPr>
            <a:r>
              <a:rPr sz="1400" b="0" i="0">
                <a:solidFill>
                  <a:srgbClr val="2E869A"/>
                </a:solidFill>
                <a:latin typeface="Calibri"/>
              </a:rPr>
              <a:t>C2SIM ASX Sub-group  -  orientation and reading guide  -  DRAFT, July 2026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666666"/>
                </a:solidFill>
                <a:latin typeface="Calibri"/>
              </a:rPr>
              <a:t>Companion to ASX-PlanSemantics-Briefing.pptx (the content brief) - this deck is the map, not the argument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What this deck is - and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Five minutes here saves hours of unguided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 b="1" i="0">
                <a:solidFill>
                  <a:srgbClr val="333333"/>
                </a:solidFill>
                <a:latin typeface="Calibri"/>
              </a:rPr>
              <a:t>•  This is a MAP. It tells you what the plan-semantics material contains, which piece answers which question, and in what order to read - it argues nothing by itself.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The argument lives elsewhere: ASX-PlanSemantics-Briefing.pptx (19 slides) makes the case; Plan-Semantics-Analysis.md carries the full reasoning.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The material is sizable, and nobody should read it front to back: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–  a ~700-line analysis, an ~1,100-line OWL module, three validation walks, a 19-row verified standards matrix, a decision log, sample messages, and PDG change proposals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•  No prior exposure is assumed. The 90-second story on the next slide is the only prerequisite for every reading path in this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28032"/>
            <a:ext cx="1069848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How to use this deck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Read the story (next slide), then pick a path on one of the two 'Pick your path' slides.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2E869A"/>
                </a:solidFill>
                <a:latin typeface="Calibri"/>
              </a:rPr>
              <a:t>Keep the 'Decoder ring' slide open next to whatever you read - R-numbers, PL-numbers, and Q-letters appear everywhere and each resolves to exactly one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The story in 90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All you need before picking a reading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The problem.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C2SIM tasking tells a unit WHAT to do; a human crew fills in every decision the order leaves open. A robotic system has no crew - those decisions must be transmitted, or surrendered to opaque onboard behavior.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The chassis.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The Land Operations Extension already has a Plan construct (phases, triggers, completion conditions) - a rudimentary reactive-execution model, and the natural place to build.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The gaps.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The ASX scenario corpus keeps demanding the same missing semantics: failure as an outcome, fallback, guards over world state, loops and standing tasks, goals distinct from procedure, plan selection by context, and intention/rationale reporting.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The proposal.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An additive OWL module (asx/plan, draft v0.0.3) importing LOX: five new trigger types, enriched plan phases, a small typed Condition vocabulary, Goals, two report contents, execution-control verbs - pinned down by 19 normative rules (R1-R19).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The validation.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Three independent checks: end-to-end scenario walks (CASEVAC, DroneResponse, MDARS), a capability matrix verified against ten robotic/agent standards, and an adversarial review pass.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The status.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Draft before the sub-group. The adopt-as-baseline decision is Q-W in the decision log; nothing is applied to the standard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The material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Two layers in two directories, plus the evidence base they cite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577840" cy="329184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5303520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Layer 1 - the proposal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2E869A"/>
                </a:solidFill>
                <a:latin typeface="Calibri"/>
              </a:rPr>
              <a:t>Subgroups/ASX/Proposed Extension Working Materials/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Plan-Semantics-Analysis.md - the argument (8 sections)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ASX-PlanSemantics-Draft.ttl - the module itself, v0.0.3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ASX-PlanSemantics-Briefing.pptx - the 19-slide content brief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PlanSemanticsWalks/ - three validation walks + README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ASX Sample Plan Messages.xlsx / .xml - concrete messages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PDG-Change-Proposals.md - six upstream items for the PDG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212080" cy="329184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36192"/>
            <a:ext cx="4937760" cy="314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Layer 2 - independent verification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2E869A"/>
                </a:solidFill>
                <a:latin typeface="Calibri"/>
              </a:rPr>
              <a:t>Subgroups/ASX/InstantiationReview/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PlanSemantics-Walk.md - what base C2SIM verifiably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provides vs. ten robotic/agent standards; the 19-row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capability matrix; findings PL1-PL11; 15 RDF-verified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claims; reconciliation with the module (sec 8)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Issues-And-Comments-Log.md - findings as log rows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  (sec 6k); decisions Q-W..Q-Z (sec 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37760"/>
            <a:ext cx="10972800" cy="91440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10912"/>
            <a:ext cx="106984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The evidence base both layers cite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Subgroups/ASX/LLMExperiments/ (sourced scenario corpus + reference papers) and Subgroups/ASX/ContributedScenarios/ (the group's CASEVAC). Both predate this track.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F3A5F"/>
                </a:solidFill>
                <a:latin typeface="Calibri"/>
              </a:rPr>
              <a:t>•  Everything is on git branch asx-plan-semantics (pushed to origin). To browse without tooling: github.com/hyssostech/C2SIMArtifacts -&gt; switch branch -&gt; navigate the folders above.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Pick your path - by time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Each level is self-contained; every level builds on the previous 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675120"/>
                <a:gridCol w="2926080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Read this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You come away with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10 minutes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This deck through the story slide; then two slides of the briefing deck: 'The concern in one slide' (slide 2) and 'The proposed module at a glance' (slide 9)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why the track exists and what is proposed, in outline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45 minutes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ASX-PlanSemantics-Briefing.pptx end to end (19 slides); finish with 'Outcome in one paragraph' in PlanSemanticsWalks/README.md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the full argument with a worked example, plus where validation stands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Half a day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Plan-Semantics-Analysis.md secs 1-4 (today's constructs, BT/BDI correlation, feasibility), skim sec 5 (the module); then PlanSemantics-Walk.md secs 3-4 (capability matrix + the answer)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the reasoning in depth, and how ten robotic standards compare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Full depth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The TTL side by side with analysis sec 5; the three walks in PlanSemanticsWalks/; log sec 6k; PDG-Change-Proposals.md; decisions in log sec 7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reviewer-grade command of the module and its evidence trail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 i="0">
                <a:solidFill>
                  <a:srgbClr val="1F3A5F"/>
                </a:solidFill>
                <a:latin typeface="Calibri"/>
              </a:rPr>
              <a:t>•  Whatever the budget: bring a question. The next slide routes the common ones to the artifact that answers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Pick your path - by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The seven questions people actually arrive with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72799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7223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If your question is ...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Read ...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Why does C2SIM need anything new here?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Briefing slides 2-7 (the concern, refresher, gaps); Plan-Semantics-Analysis.md secs 2-3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Doesn't some robotics standard already solve this?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PlanSemantics-Walk.md secs 2-4: verified against BT/Nav2, PDDL, FlexBE, MAVLink, IEEE 1872, JAUS AS6062, STANAG 4586, 4D/RCS, HTN, FIPA/BDI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What exactly is being proposed?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Plan-Semantics-Analysis.md sec 5 (constructs + rules R1-R19); ASX-PlanSemantics-Draft.ttl is the module itself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Does it survive contact with real scenarios?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PlanSemanticsWalks/ - CASEVAC, DroneResponse, MDARS instantiate end to end; README has the one-paragraph outcome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What do the messages actually look like?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ASX Sample Plan Messages.xlsx (one worksheet per message); worked example: briefing slide 15 / analysis sec 5.9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What is the group being asked to decide?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Briefing final slide; decisions Q-W..Q-Z in log sec 7; PDG-Change-Proposals.md for the upstream asks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What is still open or known-weak?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Analysis sec 7 (limitations, kept deliberately visible); PlanSemantics-Walk.md sec 8 (PL5 residual); log sec 8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Artifact catalog - the proposal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Subgroups/ASX/Proposed Extension Working Materials/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7280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760720"/>
                <a:gridCol w="27432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Open it when ...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Plan-Semantics-Analysis.md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The full argument in 8 sections: what C2SIM says today (2), BT/BDI/HTN correlation (3), feasibility (4), the module spec with rules (5), recommendations (6), honest limitations (7), scenario base (8)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you want the reasoning behind any module element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ASX-PlanSemantics-Draft.ttl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The machine-readable module (OWL/Turtle, v0.0.3): vocabulary plus the 19 normative rules as annotations; parses with rdflib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you need normative detail, or want to load and check it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ASX-PlanSemantics-Briefing.pptx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The 19-slide content walkthrough, written for people who know C2SIM but not autonomy semantics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first substantive contact - the default starting point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PlanSemanticsWalks/ (README + 3 walks)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End-to-end instantiations of CASEVAC, DroneResponse, MDARS in module vocabulary; produced nine deltas, applied in v0.0.3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you want proof it works, or examples of constructs composing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ASX Sample Plan Messages .xlsx / .xml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Sample messages, one worksheet per message; the .xml twin is diff-able so changes review in git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you want concrete message shapes in Excel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PDG-Change-Proposals.md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Six candidate core/LOX changes packaged for the PDG (TASKFAILD, handshake codes, control verbs, event report, LOX errata, plan identity)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333333"/>
                          </a:solidFill>
                          <a:latin typeface="Calibri"/>
                        </a:rPr>
                        <a:t>you interface with the PDG or track upstream asks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Artifact catalog - the verification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Subgroups/ASX/InstantiationReview/ - the independent check on the proposal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you find there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PlanSemantics-Walk.md secs 1-2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What the base standard verifiably provides (checked in RDF, not from documentation), and capability exemplars from ten robotic/agent standards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... sec 3-4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The 19-row capability matrix (YES / PARTIAL / NO, each cell cites the deciding RDF entity) and the answer to the framing question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... sec 5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Findings PL1-PL11: each gap named, with severity - failure binding, loops, state conditions, goals, authority gating, lifecycle, waypoints, failsafe, mission container, LOX defects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... sec 7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Verification notes: the 15 independently re-checked claims, including the negatives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... sec 8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Reconciliation: every PL finding against module v0.0.3 - ADDRESSED / PARTIAL / open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Issues-And-Comments-Log.md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Sec 6k: the same findings as tracked log rows. Sec 7: decisions Q-W (adopt the module as baseline), Q-X, Q-Y, Q-Z - drafted, pending review. Sec 8: why remaining gaps are unfilled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577840"/>
            <a:ext cx="10972800" cy="7315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10698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C87F0A"/>
                </a:solidFill>
                <a:latin typeface="Calibri"/>
              </a:rPr>
              <a:t>Two verified negatives worth remembering: IEEE 1872.2 defines no plan constructs at all, and the base EventCode cannot express task failure. Checked against sources, not assumed.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Decoder ring - every ID family you will 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Each ID resolves to exactly one row or section; nothing is free-floating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4114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ID family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names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Where it resolves</a:t>
                      </a:r>
                    </a:p>
                  </a:txBody>
                  <a:tcPr marT="18288" marB="18288" marL="54864" marR="54864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R1 - R19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the module's normative execution rules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Analysis sec 5 + annotations in the TTL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PL1 - PL11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standards-walk findings: gaps in base C2SIM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Walk sec 5; live statuses in log sec 6k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Q-W .. Q-Z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decisions this track puts to the sub-group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Log sec 7 (Q-A..Q-V are the earlier instantiation-review decisions)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X1 - X6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CASEVAC findings from the earlier review, pre-module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Log sec 6b; re-checked in CASEVAC-PlanWalk.md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PC / PD / PM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per-walk findings: CASEVAC / DroneResponse / MDARS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Each walk doc; cross-walk table in PlanSemanticsWalks/README.md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deltas 1 - 9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cross-walk change proposals, applied in v0.0.3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PlanSemanticsWalks/README.md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matrix rows 1 - 19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capability-matrix rows (sequencing ... mission container)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Walk sec 3</a:t>
                      </a:r>
                    </a:p>
                  </a:txBody>
                  <a:tcPr marT="18288" marB="18288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TASKFAILD, TASKACPT, TASKRJCT, TASKSUSP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proposed TaskStatusCode additions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PDG-Change-Proposals.md secs 1-2; analysis secs 5.1 / 5.10</a:t>
                      </a:r>
                    </a:p>
                  </a:txBody>
                  <a:tcPr marT="18288" marB="18288" marL="54864" marR="54864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F3A5F"/>
                </a:solidFill>
                <a:latin typeface="Calibri"/>
              </a:rPr>
              <a:t>•  Rule of thumb: an unfamiliar ID in any document is a pointer, not jargon - look it up in the column on the right and you land on its definition, evidence, and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How the work was hardened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Why you can trust the claims - and how to re-check them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•  Adversarial review, four ways: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OWL consistency against the reference ontologies; fact-check of every claim against the repo; a BT/BDI conceptual critique; scenario mining. What it caught was fixed in v0.0.2; what survived is documented in analysis sec 7, not hidden.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•  Validation walks: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all Turtle instance blocks in the three walks parse against the module (rdflib); no structural defects found; nine vocabulary deltas, applied in v0.0.3.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•  Independent standards pass: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 separate session re-derived essentially the same construct set from BT/Nav2, PDDL, FlexBE, MAVLink, IEEE, JAUS, and STANAG - convergent corroboration of the design, not new invention.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•  RDF-verified claims: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15 capability claims independently re-checked against the ontologies (Walk sec 7), including the two negatives on the verification-layer slide.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50876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45152"/>
            <a:ext cx="1069848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Re-verify it yourself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Python 3 + rdflib parses ASX-PlanSemantics-Draft.ttl and the walks' instance blocks - no special tooling.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Every matrix cell and log finding cites the exact RDF entity it rests on: grep the reference ontologies to challenge any row.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666666"/>
                </a:solidFill>
                <a:latin typeface="Calibri"/>
              </a:rPr>
              <a:t>Decks and workbooks are generated from build_*.py scripts kept beside them - the sources of truth are text files you can diff, not binaries.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Where the ball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Status as of July 2026 - and what a newcomer can usefully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•  Module: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TTL at v0.0.3, committed and pushed. Covers findings PL1-PL4 and PL6-PL9, plus the plan-identity half of PL10; all nine walk deltas applied (delta 8 as a documented convention rather than TTL vocabulary).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•  Before the group: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Q-W - review and adopt the module draft as the plan-semantics baseline; Q-X (plan identity / lifecycle), Q-Y (failsafe / geofence), Q-Z (structured routes) - drafted in v0.0.3, pending review. Nothing is applied to the standard yet.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•  Open residuals (tracked, not hidden):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inter-task data flow (PL5, extends decision Q-E); Mission container + preemption priority (the rest of PL10); reactive cross-phase preemption, commanded re-allocation, report roll-up (analysis sec 7).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</a:rPr>
              <a:t>•  Upstream: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six candidate core/LOX changes packaged for the PDG in PDG-Change-Proposals.md.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0972800" cy="137160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82312"/>
            <a:ext cx="10698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>A good first contribution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Read the briefing deck, pick the validation walk nearest your domain, and re-run its reasoning against a scenario you know well.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2E869A"/>
                </a:solidFill>
                <a:latin typeface="Calibri"/>
              </a:rPr>
              <a:t>File whatever breaks as a finding - the method note in PlanSemanticsWalks/README.md shows the format; that is exactly how the nine v0.0.3 deltas were produced.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2E8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Practical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2E869A"/>
                </a:solidFill>
                <a:latin typeface="Calibri"/>
              </a:rPr>
              <a:t>House conventions that are not obvious from the files themselves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Branch: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asx-plan-semantics on origin (github.com/hyssostech/C2SIMArtifacts). The .md files render directly on GitHub - switch branch and browse; no tooling needed.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Generated artifacts: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each .pptx / .xlsx has a build_*.py beside it. To change a deck or workbook, edit the script and re-run it - never edit the binary; it will be overwritten.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Diff-able twins: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workbooks ship with an .xml twin carrying the same content, so message edits are reviewable in git like any text change.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TTL + analysis travel together: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the module lives in ASX-PlanSemantics-Draft.ttl; Plan-Semantics-Analysis.md sec 5 is its prose companion - read them side by side when reviewing.</a:t>
            </a:r>
          </a:p>
          <a:p>
            <a:pPr>
              <a:spcAft>
                <a:spcPts val="600"/>
              </a:spcAft>
            </a:pPr>
            <a:r>
              <a:rPr sz="1450" b="1" i="0">
                <a:solidFill>
                  <a:srgbClr val="1F3A5F"/>
                </a:solidFill>
                <a:latin typeface="Calibri"/>
              </a:rPr>
              <a:t>•  Raising questions:  </a:t>
            </a:r>
            <a:r>
              <a:rPr sz="1450" b="0" i="0">
                <a:solidFill>
                  <a:srgbClr val="333333"/>
                </a:solidFill>
                <a:latin typeface="Calibri"/>
              </a:rPr>
              <a:t>anchor them to an artifact + ID ('R13 in the TTL', 'PL5 in the walk', 'delta 7 in the walks README') so answers land as log rows instead of getting lost in discussion.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0972800" cy="960120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93792"/>
            <a:ext cx="106984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3A5F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1F3A5F"/>
                </a:solidFill>
                <a:latin typeface="Calibri"/>
              </a:rPr>
              <a:t>Lost? Return to this deck's two 'Pick your path' slides and the 'material at a glance' map - every plan-semantics artifact is reachable from those three.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C2SIM ASX Sub-group   |   Plan-Semantics Orientation Guide (DRAFT)   | 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